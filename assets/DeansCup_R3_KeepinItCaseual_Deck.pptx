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75" r:id="rId3"/>
    <p:sldId id="263" r:id="rId4"/>
    <p:sldId id="261" r:id="rId5"/>
    <p:sldId id="264" r:id="rId6"/>
    <p:sldId id="269" r:id="rId7"/>
    <p:sldId id="265" r:id="rId8"/>
    <p:sldId id="270" r:id="rId9"/>
    <p:sldId id="268" r:id="rId10"/>
    <p:sldId id="278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F7F7F"/>
    <a:srgbClr val="01FF8D"/>
    <a:srgbClr val="FAF400"/>
    <a:srgbClr val="E86D28"/>
    <a:srgbClr val="EF9867"/>
    <a:srgbClr val="FF5B5B"/>
    <a:srgbClr val="EA7B3E"/>
    <a:srgbClr val="6DBDFF"/>
    <a:srgbClr val="29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. Harinder Kumar" userId="S::harry09@yorku.ca::9a2b5856-89ad-4027-940d-c98ae38b2186" providerId="AD" clId="Web-{7103FFD8-86CE-07B9-5959-E1E1BE6DE5BA}"/>
    <pc:docChg chg="delSld">
      <pc:chgData name=". Harinder Kumar" userId="S::harry09@yorku.ca::9a2b5856-89ad-4027-940d-c98ae38b2186" providerId="AD" clId="Web-{7103FFD8-86CE-07B9-5959-E1E1BE6DE5BA}" dt="2026-02-14T17:35:40.380" v="1"/>
      <pc:docMkLst>
        <pc:docMk/>
      </pc:docMkLst>
    </pc:docChg>
  </pc:docChgLst>
  <pc:docChgLst>
    <pc:chgData name=". Harinder Kumar" userId="S::harry09@yorku.ca::9a2b5856-89ad-4027-940d-c98ae38b2186" providerId="AD" clId="Web-{BE9600A5-14F4-0299-84BC-06537515A778}"/>
    <pc:docChg chg="modSld">
      <pc:chgData name=". Harinder Kumar" userId="S::harry09@yorku.ca::9a2b5856-89ad-4027-940d-c98ae38b2186" providerId="AD" clId="Web-{BE9600A5-14F4-0299-84BC-06537515A778}" dt="2026-02-13T06:24:51.704" v="9"/>
      <pc:docMkLst>
        <pc:docMk/>
      </pc:docMkLst>
    </pc:docChg>
  </pc:docChgLst>
  <pc:docChgLst>
    <pc:chgData name="Aayushi Tavrawala" userId="S::atav@yorku.ca::26d2d59a-be45-4585-a883-c90ac96ec25c" providerId="AD" clId="Web-{5B635EFD-D7B9-37F9-AB28-03D8C86E86F0}"/>
    <pc:docChg chg="modSld">
      <pc:chgData name="Aayushi Tavrawala" userId="S::atav@yorku.ca::26d2d59a-be45-4585-a883-c90ac96ec25c" providerId="AD" clId="Web-{5B635EFD-D7B9-37F9-AB28-03D8C86E86F0}" dt="2026-02-12T18:39:14.389" v="5"/>
      <pc:docMkLst>
        <pc:docMk/>
      </pc:docMkLst>
    </pc:docChg>
  </pc:docChgLst>
  <pc:docChgLst>
    <pc:chgData name=". Harinder Kumar" userId="9a2b5856-89ad-4027-940d-c98ae38b2186" providerId="ADAL" clId="{D148D86A-C709-454C-B8B6-011CF5BBD9C2}"/>
    <pc:docChg chg="undo custSel addSld delSld modSld">
      <pc:chgData name=". Harinder Kumar" userId="9a2b5856-89ad-4027-940d-c98ae38b2186" providerId="ADAL" clId="{D148D86A-C709-454C-B8B6-011CF5BBD9C2}" dt="2026-02-14T18:22:22.256" v="772" actId="1076"/>
      <pc:docMkLst>
        <pc:docMk/>
      </pc:docMkLst>
      <pc:sldChg chg="addSp modSp">
        <pc:chgData name=". Harinder Kumar" userId="9a2b5856-89ad-4027-940d-c98ae38b2186" providerId="ADAL" clId="{D148D86A-C709-454C-B8B6-011CF5BBD9C2}" dt="2026-02-14T18:00:29.330" v="733"/>
        <pc:sldMkLst>
          <pc:docMk/>
          <pc:sldMk cId="374402342" sldId="257"/>
        </pc:sldMkLst>
      </pc:sldChg>
      <pc:sldChg chg="addSp delSp modSp mod modTransition modAnim">
        <pc:chgData name=". Harinder Kumar" userId="9a2b5856-89ad-4027-940d-c98ae38b2186" providerId="ADAL" clId="{D148D86A-C709-454C-B8B6-011CF5BBD9C2}" dt="2026-02-14T18:22:01.167" v="769" actId="14100"/>
        <pc:sldMkLst>
          <pc:docMk/>
          <pc:sldMk cId="149897231" sldId="263"/>
        </pc:sldMkLst>
      </pc:sldChg>
      <pc:sldChg chg="addSp delSp modSp mod modTransition modAnim">
        <pc:chgData name=". Harinder Kumar" userId="9a2b5856-89ad-4027-940d-c98ae38b2186" providerId="ADAL" clId="{D148D86A-C709-454C-B8B6-011CF5BBD9C2}" dt="2026-02-14T18:22:22.256" v="772" actId="1076"/>
        <pc:sldMkLst>
          <pc:docMk/>
          <pc:sldMk cId="842289303" sldId="275"/>
        </pc:sldMkLst>
      </pc:sldChg>
    </pc:docChg>
  </pc:docChgLst>
  <pc:docChgLst>
    <pc:chgData name=". Harinder Kumar" userId="S::harry09@yorku.ca::9a2b5856-89ad-4027-940d-c98ae38b2186" providerId="AD" clId="Web-{1B108B87-822E-C402-B427-24A296221FFF}"/>
    <pc:docChg chg="modSld">
      <pc:chgData name=". Harinder Kumar" userId="S::harry09@yorku.ca::9a2b5856-89ad-4027-940d-c98ae38b2186" providerId="AD" clId="Web-{1B108B87-822E-C402-B427-24A296221FFF}" dt="2026-02-13T19:34:14.709" v="0" actId="20577"/>
      <pc:docMkLst>
        <pc:docMk/>
      </pc:docMkLst>
    </pc:docChg>
  </pc:docChgLst>
  <pc:docChgLst>
    <pc:chgData name="Aayushi Tavrawala" userId="26d2d59a-be45-4585-a883-c90ac96ec25c" providerId="ADAL" clId="{B0F400CC-A055-4207-9C19-F4C9371A4529}"/>
    <pc:docChg chg="undo custSel addSld delSld modSld">
      <pc:chgData name="Aayushi Tavrawala" userId="26d2d59a-be45-4585-a883-c90ac96ec25c" providerId="ADAL" clId="{B0F400CC-A055-4207-9C19-F4C9371A4529}" dt="2026-02-14T02:47:02.360" v="1145" actId="1076"/>
      <pc:docMkLst>
        <pc:docMk/>
      </pc:docMkLst>
      <pc:sldChg chg="addSp delSp modSp new mod delAnim">
        <pc:chgData name="Aayushi Tavrawala" userId="26d2d59a-be45-4585-a883-c90ac96ec25c" providerId="ADAL" clId="{B0F400CC-A055-4207-9C19-F4C9371A4529}" dt="2026-02-14T02:47:02.360" v="1145" actId="1076"/>
        <pc:sldMkLst>
          <pc:docMk/>
          <pc:sldMk cId="678926638" sldId="268"/>
        </pc:sldMkLst>
        <pc:picChg chg="mod">
          <ac:chgData name="Aayushi Tavrawala" userId="26d2d59a-be45-4585-a883-c90ac96ec25c" providerId="ADAL" clId="{B0F400CC-A055-4207-9C19-F4C9371A4529}" dt="2026-02-14T02:47:02.360" v="1145" actId="1076"/>
          <ac:picMkLst>
            <pc:docMk/>
            <pc:sldMk cId="678926638" sldId="268"/>
            <ac:picMk id="3" creationId="{B7B4F934-5134-AB65-1912-8917F2554001}"/>
          </ac:picMkLst>
        </pc:picChg>
      </pc:sldChg>
      <pc:sldChg chg="modSp mod">
        <pc:chgData name="Aayushi Tavrawala" userId="26d2d59a-be45-4585-a883-c90ac96ec25c" providerId="ADAL" clId="{B0F400CC-A055-4207-9C19-F4C9371A4529}" dt="2026-02-14T02:30:23.640" v="1142" actId="1076"/>
        <pc:sldMkLst>
          <pc:docMk/>
          <pc:sldMk cId="3949732182" sldId="270"/>
        </pc:sldMkLst>
        <pc:picChg chg="mod">
          <ac:chgData name="Aayushi Tavrawala" userId="26d2d59a-be45-4585-a883-c90ac96ec25c" providerId="ADAL" clId="{B0F400CC-A055-4207-9C19-F4C9371A4529}" dt="2026-02-14T02:30:23.640" v="1142" actId="1076"/>
          <ac:picMkLst>
            <pc:docMk/>
            <pc:sldMk cId="3949732182" sldId="270"/>
            <ac:picMk id="8" creationId="{14F1021E-A2BE-FB87-205F-5BF51BFF39C4}"/>
          </ac:picMkLst>
        </pc:picChg>
      </pc:sldChg>
    </pc:docChg>
  </pc:docChgLst>
  <pc:docChgLst>
    <pc:chgData name="Archanah Kodeeswaran" userId="916d6f94-d634-4687-ae91-f9176e966ac5" providerId="ADAL" clId="{A74B3BD8-E9DA-58FC-B2A3-6F9BDCC24548}"/>
    <pc:docChg chg="undo redo custSel addSld delSld modSld">
      <pc:chgData name="Archanah Kodeeswaran" userId="916d6f94-d634-4687-ae91-f9176e966ac5" providerId="ADAL" clId="{A74B3BD8-E9DA-58FC-B2A3-6F9BDCC24548}" dt="2026-02-15T02:44:59.099" v="827" actId="20577"/>
      <pc:docMkLst>
        <pc:docMk/>
      </pc:docMkLst>
      <pc:sldChg chg="addSp delSp modSp mod">
        <pc:chgData name="Archanah Kodeeswaran" userId="916d6f94-d634-4687-ae91-f9176e966ac5" providerId="ADAL" clId="{A74B3BD8-E9DA-58FC-B2A3-6F9BDCC24548}" dt="2026-02-15T00:46:21.761" v="824"/>
        <pc:sldMkLst>
          <pc:docMk/>
          <pc:sldMk cId="2174762421" sldId="265"/>
        </pc:sldMkLst>
        <pc:graphicFrameChg chg="add mod modGraphic">
          <ac:chgData name="Archanah Kodeeswaran" userId="916d6f94-d634-4687-ae91-f9176e966ac5" providerId="ADAL" clId="{A74B3BD8-E9DA-58FC-B2A3-6F9BDCC24548}" dt="2026-02-12T04:55:27.962" v="318" actId="207"/>
          <ac:graphicFrameMkLst>
            <pc:docMk/>
            <pc:sldMk cId="2174762421" sldId="265"/>
            <ac:graphicFrameMk id="6" creationId="{160223BD-3446-616A-BA38-3B569035551C}"/>
          </ac:graphicFrameMkLst>
        </pc:graphicFrameChg>
        <pc:picChg chg="add mod">
          <ac:chgData name="Archanah Kodeeswaran" userId="916d6f94-d634-4687-ae91-f9176e966ac5" providerId="ADAL" clId="{A74B3BD8-E9DA-58FC-B2A3-6F9BDCC24548}" dt="2026-02-15T00:46:21.761" v="824"/>
          <ac:picMkLst>
            <pc:docMk/>
            <pc:sldMk cId="2174762421" sldId="265"/>
            <ac:picMk id="19" creationId="{5A00920C-792A-3E2E-0BC5-03197BA171F3}"/>
          </ac:picMkLst>
        </pc:picChg>
      </pc:sldChg>
      <pc:sldChg chg="modSp mod">
        <pc:chgData name="Archanah Kodeeswaran" userId="916d6f94-d634-4687-ae91-f9176e966ac5" providerId="ADAL" clId="{A74B3BD8-E9DA-58FC-B2A3-6F9BDCC24548}" dt="2026-02-15T00:01:01.977" v="819" actId="20577"/>
        <pc:sldMkLst>
          <pc:docMk/>
          <pc:sldMk cId="678926638" sldId="268"/>
        </pc:sldMkLst>
        <pc:spChg chg="mod">
          <ac:chgData name="Archanah Kodeeswaran" userId="916d6f94-d634-4687-ae91-f9176e966ac5" providerId="ADAL" clId="{A74B3BD8-E9DA-58FC-B2A3-6F9BDCC24548}" dt="2026-02-15T00:01:01.977" v="819" actId="20577"/>
          <ac:spMkLst>
            <pc:docMk/>
            <pc:sldMk cId="678926638" sldId="268"/>
            <ac:spMk id="39" creationId="{F5EE984A-EC25-942C-0552-A2849CA844FB}"/>
          </ac:spMkLst>
        </pc:spChg>
        <pc:spChg chg="mod">
          <ac:chgData name="Archanah Kodeeswaran" userId="916d6f94-d634-4687-ae91-f9176e966ac5" providerId="ADAL" clId="{A74B3BD8-E9DA-58FC-B2A3-6F9BDCC24548}" dt="2026-02-15T00:00:39.812" v="813" actId="20577"/>
          <ac:spMkLst>
            <pc:docMk/>
            <pc:sldMk cId="678926638" sldId="268"/>
            <ac:spMk id="76" creationId="{C58CD760-CCA7-44A7-89D4-51A751801FFE}"/>
          </ac:spMkLst>
        </pc:spChg>
      </pc:sldChg>
      <pc:sldChg chg="addSp delSp modSp add mod modTransition modAnim">
        <pc:chgData name="Archanah Kodeeswaran" userId="916d6f94-d634-4687-ae91-f9176e966ac5" providerId="ADAL" clId="{A74B3BD8-E9DA-58FC-B2A3-6F9BDCC24548}" dt="2026-02-15T00:45:21.469" v="823"/>
        <pc:sldMkLst>
          <pc:docMk/>
          <pc:sldMk cId="824487635" sldId="269"/>
        </pc:sldMkLst>
        <pc:spChg chg="add mod">
          <ac:chgData name="Archanah Kodeeswaran" userId="916d6f94-d634-4687-ae91-f9176e966ac5" providerId="ADAL" clId="{A74B3BD8-E9DA-58FC-B2A3-6F9BDCC24548}" dt="2026-02-13T21:32:35.792" v="745" actId="1076"/>
          <ac:spMkLst>
            <pc:docMk/>
            <pc:sldMk cId="824487635" sldId="269"/>
            <ac:spMk id="19" creationId="{DA158C58-2C28-EBAF-110C-1A5B790BC5D1}"/>
          </ac:spMkLst>
        </pc:spChg>
        <pc:spChg chg="add mod">
          <ac:chgData name="Archanah Kodeeswaran" userId="916d6f94-d634-4687-ae91-f9176e966ac5" providerId="ADAL" clId="{A74B3BD8-E9DA-58FC-B2A3-6F9BDCC24548}" dt="2026-02-13T21:32:43.326" v="747" actId="1076"/>
          <ac:spMkLst>
            <pc:docMk/>
            <pc:sldMk cId="824487635" sldId="269"/>
            <ac:spMk id="22" creationId="{CD56EC40-E3BC-7DC0-6A77-F1797A08109E}"/>
          </ac:spMkLst>
        </pc:spChg>
        <pc:spChg chg="add mod">
          <ac:chgData name="Archanah Kodeeswaran" userId="916d6f94-d634-4687-ae91-f9176e966ac5" providerId="ADAL" clId="{A74B3BD8-E9DA-58FC-B2A3-6F9BDCC24548}" dt="2026-02-13T21:33:14.968" v="749" actId="1076"/>
          <ac:spMkLst>
            <pc:docMk/>
            <pc:sldMk cId="824487635" sldId="269"/>
            <ac:spMk id="24" creationId="{185494F8-701D-0F0E-C525-FFA7E7D23540}"/>
          </ac:spMkLst>
        </pc:spChg>
        <pc:spChg chg="add mod">
          <ac:chgData name="Archanah Kodeeswaran" userId="916d6f94-d634-4687-ae91-f9176e966ac5" providerId="ADAL" clId="{A74B3BD8-E9DA-58FC-B2A3-6F9BDCC24548}" dt="2026-02-13T21:32:38.693" v="746" actId="1076"/>
          <ac:spMkLst>
            <pc:docMk/>
            <pc:sldMk cId="824487635" sldId="269"/>
            <ac:spMk id="26" creationId="{4C45B630-718B-EFBB-54D1-60EB0676E2C5}"/>
          </ac:spMkLst>
        </pc:spChg>
        <pc:spChg chg="add mod">
          <ac:chgData name="Archanah Kodeeswaran" userId="916d6f94-d634-4687-ae91-f9176e966ac5" providerId="ADAL" clId="{A74B3BD8-E9DA-58FC-B2A3-6F9BDCC24548}" dt="2026-02-13T21:40:59.041" v="808" actId="20577"/>
          <ac:spMkLst>
            <pc:docMk/>
            <pc:sldMk cId="824487635" sldId="269"/>
            <ac:spMk id="28" creationId="{4E43387A-179F-9723-3C3D-38C1676C8C86}"/>
          </ac:spMkLst>
        </pc:spChg>
        <pc:spChg chg="add mod">
          <ac:chgData name="Archanah Kodeeswaran" userId="916d6f94-d634-4687-ae91-f9176e966ac5" providerId="ADAL" clId="{A74B3BD8-E9DA-58FC-B2A3-6F9BDCC24548}" dt="2026-02-13T21:40:45.812" v="802" actId="20577"/>
          <ac:spMkLst>
            <pc:docMk/>
            <pc:sldMk cId="824487635" sldId="269"/>
            <ac:spMk id="29" creationId="{87956524-0AE7-E5C3-6172-0B6E370D2332}"/>
          </ac:spMkLst>
        </pc:spChg>
        <pc:spChg chg="add mod">
          <ac:chgData name="Archanah Kodeeswaran" userId="916d6f94-d634-4687-ae91-f9176e966ac5" providerId="ADAL" clId="{A74B3BD8-E9DA-58FC-B2A3-6F9BDCC24548}" dt="2026-02-13T21:41:14.099" v="809" actId="207"/>
          <ac:spMkLst>
            <pc:docMk/>
            <pc:sldMk cId="824487635" sldId="269"/>
            <ac:spMk id="30" creationId="{2C493B62-A3C3-34A2-6034-93BDA1D7A120}"/>
          </ac:spMkLst>
        </pc:spChg>
        <pc:spChg chg="add mod">
          <ac:chgData name="Archanah Kodeeswaran" userId="916d6f94-d634-4687-ae91-f9176e966ac5" providerId="ADAL" clId="{A74B3BD8-E9DA-58FC-B2A3-6F9BDCC24548}" dt="2026-02-13T21:41:15.638" v="810" actId="207"/>
          <ac:spMkLst>
            <pc:docMk/>
            <pc:sldMk cId="824487635" sldId="269"/>
            <ac:spMk id="32" creationId="{37473BBD-3593-C74E-57AA-B531A29F773F}"/>
          </ac:spMkLst>
        </pc:spChg>
        <pc:spChg chg="add mod">
          <ac:chgData name="Archanah Kodeeswaran" userId="916d6f94-d634-4687-ae91-f9176e966ac5" providerId="ADAL" clId="{A74B3BD8-E9DA-58FC-B2A3-6F9BDCC24548}" dt="2026-02-13T21:41:17.418" v="811" actId="207"/>
          <ac:spMkLst>
            <pc:docMk/>
            <pc:sldMk cId="824487635" sldId="269"/>
            <ac:spMk id="36" creationId="{051CBE2B-3CE9-D952-9592-4047C74245BC}"/>
          </ac:spMkLst>
        </pc:spChg>
        <pc:spChg chg="add mod">
          <ac:chgData name="Archanah Kodeeswaran" userId="916d6f94-d634-4687-ae91-f9176e966ac5" providerId="ADAL" clId="{A74B3BD8-E9DA-58FC-B2A3-6F9BDCC24548}" dt="2026-02-13T21:41:19.093" v="812" actId="207"/>
          <ac:spMkLst>
            <pc:docMk/>
            <pc:sldMk cId="824487635" sldId="269"/>
            <ac:spMk id="38" creationId="{C5AAF777-CD86-235E-E494-4217CBE1CC5F}"/>
          </ac:spMkLst>
        </pc:spChg>
        <pc:picChg chg="add mod">
          <ac:chgData name="Archanah Kodeeswaran" userId="916d6f94-d634-4687-ae91-f9176e966ac5" providerId="ADAL" clId="{A74B3BD8-E9DA-58FC-B2A3-6F9BDCC24548}" dt="2026-02-15T00:45:21.469" v="823"/>
          <ac:picMkLst>
            <pc:docMk/>
            <pc:sldMk cId="824487635" sldId="269"/>
            <ac:picMk id="25" creationId="{3A6BF05A-A6A1-D314-139B-C3F68E09C862}"/>
          </ac:picMkLst>
        </pc:picChg>
        <pc:cxnChg chg="add mod">
          <ac:chgData name="Archanah Kodeeswaran" userId="916d6f94-d634-4687-ae91-f9176e966ac5" providerId="ADAL" clId="{A74B3BD8-E9DA-58FC-B2A3-6F9BDCC24548}" dt="2026-02-13T21:37:03.482" v="792" actId="1076"/>
          <ac:cxnSpMkLst>
            <pc:docMk/>
            <pc:sldMk cId="824487635" sldId="269"/>
            <ac:cxnSpMk id="48" creationId="{D139ED37-F220-C195-4727-15A70A48CB60}"/>
          </ac:cxnSpMkLst>
        </pc:cxnChg>
        <pc:cxnChg chg="add mod">
          <ac:chgData name="Archanah Kodeeswaran" userId="916d6f94-d634-4687-ae91-f9176e966ac5" providerId="ADAL" clId="{A74B3BD8-E9DA-58FC-B2A3-6F9BDCC24548}" dt="2026-02-13T21:37:11.848" v="794" actId="1076"/>
          <ac:cxnSpMkLst>
            <pc:docMk/>
            <pc:sldMk cId="824487635" sldId="269"/>
            <ac:cxnSpMk id="49" creationId="{1DEDBA10-CF9E-18E9-5730-F914E79C7FFB}"/>
          </ac:cxnSpMkLst>
        </pc:cxnChg>
      </pc:sldChg>
      <pc:sldChg chg="modSp mod">
        <pc:chgData name="Archanah Kodeeswaran" userId="916d6f94-d634-4687-ae91-f9176e966ac5" providerId="ADAL" clId="{A74B3BD8-E9DA-58FC-B2A3-6F9BDCC24548}" dt="2026-02-15T02:44:59.099" v="827" actId="20577"/>
        <pc:sldMkLst>
          <pc:docMk/>
          <pc:sldMk cId="842289303" sldId="275"/>
        </pc:sldMkLst>
        <pc:spChg chg="mod">
          <ac:chgData name="Archanah Kodeeswaran" userId="916d6f94-d634-4687-ae91-f9176e966ac5" providerId="ADAL" clId="{A74B3BD8-E9DA-58FC-B2A3-6F9BDCC24548}" dt="2026-02-15T02:44:59.099" v="827" actId="20577"/>
          <ac:spMkLst>
            <pc:docMk/>
            <pc:sldMk cId="842289303" sldId="275"/>
            <ac:spMk id="30" creationId="{D5049B7E-261E-DE85-1993-48DB2438E753}"/>
          </ac:spMkLst>
        </pc:spChg>
        <pc:spChg chg="mod">
          <ac:chgData name="Archanah Kodeeswaran" userId="916d6f94-d634-4687-ae91-f9176e966ac5" providerId="ADAL" clId="{A74B3BD8-E9DA-58FC-B2A3-6F9BDCC24548}" dt="2026-02-15T02:44:54.550" v="826" actId="20577"/>
          <ac:spMkLst>
            <pc:docMk/>
            <pc:sldMk cId="842289303" sldId="275"/>
            <ac:spMk id="36" creationId="{C0E1B894-E91A-07E8-E16E-DEB45263BCAD}"/>
          </ac:spMkLst>
        </pc:spChg>
      </pc:sldChg>
    </pc:docChg>
  </pc:docChgLst>
  <pc:docChgLst>
    <pc:chgData name="Archanah Kodeeswaran" userId="S::archanah@yorku.ca::916d6f94-d634-4687-ae91-f9176e966ac5" providerId="AD" clId="Web-{E2AB546A-41D7-3E9E-773A-122AF2A3E156}"/>
    <pc:docChg chg="modSld">
      <pc:chgData name="Archanah Kodeeswaran" userId="S::archanah@yorku.ca::916d6f94-d634-4687-ae91-f9176e966ac5" providerId="AD" clId="Web-{E2AB546A-41D7-3E9E-773A-122AF2A3E156}" dt="2026-02-11T04:18:48.928" v="2" actId="20577"/>
      <pc:docMkLst>
        <pc:docMk/>
      </pc:docMkLst>
      <pc:sldChg chg="modSp">
        <pc:chgData name="Archanah Kodeeswaran" userId="S::archanah@yorku.ca::916d6f94-d634-4687-ae91-f9176e966ac5" providerId="AD" clId="Web-{E2AB546A-41D7-3E9E-773A-122AF2A3E156}" dt="2026-02-11T04:18:48.928" v="2" actId="20577"/>
        <pc:sldMkLst>
          <pc:docMk/>
          <pc:sldMk cId="374402342" sldId="257"/>
        </pc:sldMkLst>
        <pc:spChg chg="mod">
          <ac:chgData name="Archanah Kodeeswaran" userId="S::archanah@yorku.ca::916d6f94-d634-4687-ae91-f9176e966ac5" providerId="AD" clId="Web-{E2AB546A-41D7-3E9E-773A-122AF2A3E156}" dt="2026-02-11T04:18:48.928" v="2" actId="20577"/>
          <ac:spMkLst>
            <pc:docMk/>
            <pc:sldMk cId="374402342" sldId="257"/>
            <ac:spMk id="6" creationId="{DC960A68-676B-C779-2D24-F643F4F9B45E}"/>
          </ac:spMkLst>
        </pc:spChg>
      </pc:sldChg>
    </pc:docChg>
  </pc:docChgLst>
  <pc:docChgLst>
    <pc:chgData name="Pulkit Bhandari" userId="7ab99e1f-6ee8-4f66-923c-3cadeb5fdc08" providerId="ADAL" clId="{01652112-53E4-4AEE-8EF8-F71FBC6DE788}"/>
    <pc:docChg chg="undo redo custSel addSld delSld modSld sldOrd addSection delSection modShowInfo">
      <pc:chgData name="Pulkit Bhandari" userId="7ab99e1f-6ee8-4f66-923c-3cadeb5fdc08" providerId="ADAL" clId="{01652112-53E4-4AEE-8EF8-F71FBC6DE788}" dt="2026-02-18T05:01:20.846" v="4367" actId="2744"/>
      <pc:docMkLst>
        <pc:docMk/>
      </pc:docMkLst>
      <pc:sldChg chg="addSp delSp modSp new mod setBg delAnim">
        <pc:chgData name="Pulkit Bhandari" userId="7ab99e1f-6ee8-4f66-923c-3cadeb5fdc08" providerId="ADAL" clId="{01652112-53E4-4AEE-8EF8-F71FBC6DE788}" dt="2026-02-18T05:00:54.062" v="4358" actId="478"/>
        <pc:sldMkLst>
          <pc:docMk/>
          <pc:sldMk cId="374402342" sldId="257"/>
        </pc:sldMkLst>
        <pc:spChg chg="add mod ord">
          <ac:chgData name="Pulkit Bhandari" userId="7ab99e1f-6ee8-4f66-923c-3cadeb5fdc08" providerId="ADAL" clId="{01652112-53E4-4AEE-8EF8-F71FBC6DE788}" dt="2026-02-12T17:52:04.330" v="1195" actId="1076"/>
          <ac:spMkLst>
            <pc:docMk/>
            <pc:sldMk cId="374402342" sldId="257"/>
            <ac:spMk id="3" creationId="{3AA0CCB3-063F-5AE1-846C-A97E6CFA0683}"/>
          </ac:spMkLst>
        </pc:spChg>
        <pc:spChg chg="add mod ord">
          <ac:chgData name="Pulkit Bhandari" userId="7ab99e1f-6ee8-4f66-923c-3cadeb5fdc08" providerId="ADAL" clId="{01652112-53E4-4AEE-8EF8-F71FBC6DE788}" dt="2026-02-10T17:39:20.198" v="477" actId="1076"/>
          <ac:spMkLst>
            <pc:docMk/>
            <pc:sldMk cId="374402342" sldId="257"/>
            <ac:spMk id="4" creationId="{62689826-870A-D822-94A9-27944F06E90B}"/>
          </ac:spMkLst>
        </pc:spChg>
        <pc:spChg chg="add mod">
          <ac:chgData name="Pulkit Bhandari" userId="7ab99e1f-6ee8-4f66-923c-3cadeb5fdc08" providerId="ADAL" clId="{01652112-53E4-4AEE-8EF8-F71FBC6DE788}" dt="2026-02-10T17:39:13.110" v="476" actId="207"/>
          <ac:spMkLst>
            <pc:docMk/>
            <pc:sldMk cId="374402342" sldId="257"/>
            <ac:spMk id="5" creationId="{2BEFE14A-22CE-C365-32C3-B68B2814A6FD}"/>
          </ac:spMkLst>
        </pc:spChg>
        <pc:spChg chg="add mod ord">
          <ac:chgData name="Pulkit Bhandari" userId="7ab99e1f-6ee8-4f66-923c-3cadeb5fdc08" providerId="ADAL" clId="{01652112-53E4-4AEE-8EF8-F71FBC6DE788}" dt="2026-02-12T17:52:27.059" v="1197" actId="208"/>
          <ac:spMkLst>
            <pc:docMk/>
            <pc:sldMk cId="374402342" sldId="257"/>
            <ac:spMk id="6" creationId="{DC960A68-676B-C779-2D24-F643F4F9B45E}"/>
          </ac:spMkLst>
        </pc:spChg>
        <pc:spChg chg="add mod">
          <ac:chgData name="Pulkit Bhandari" userId="7ab99e1f-6ee8-4f66-923c-3cadeb5fdc08" providerId="ADAL" clId="{01652112-53E4-4AEE-8EF8-F71FBC6DE788}" dt="2026-02-10T17:40:52.883" v="514" actId="14100"/>
          <ac:spMkLst>
            <pc:docMk/>
            <pc:sldMk cId="374402342" sldId="257"/>
            <ac:spMk id="7" creationId="{5DBC2C57-D8FB-24EA-65E9-C0DE1106FBF5}"/>
          </ac:spMkLst>
        </pc:spChg>
        <pc:spChg chg="add mod">
          <ac:chgData name="Pulkit Bhandari" userId="7ab99e1f-6ee8-4f66-923c-3cadeb5fdc08" providerId="ADAL" clId="{01652112-53E4-4AEE-8EF8-F71FBC6DE788}" dt="2026-02-12T17:52:27.059" v="1197" actId="208"/>
          <ac:spMkLst>
            <pc:docMk/>
            <pc:sldMk cId="374402342" sldId="257"/>
            <ac:spMk id="8" creationId="{6CAC42B7-EC71-1A0F-8D61-7070C5E6BA54}"/>
          </ac:spMkLst>
        </pc:spChg>
        <pc:spChg chg="add">
          <ac:chgData name="Pulkit Bhandari" userId="7ab99e1f-6ee8-4f66-923c-3cadeb5fdc08" providerId="ADAL" clId="{01652112-53E4-4AEE-8EF8-F71FBC6DE788}" dt="2026-02-10T15:58:18.968" v="17" actId="26606"/>
          <ac:spMkLst>
            <pc:docMk/>
            <pc:sldMk cId="374402342" sldId="257"/>
            <ac:spMk id="1031" creationId="{42A4FC2C-047E-45A5-965D-8E1E3BF09BC6}"/>
          </ac:spMkLst>
        </pc:spChg>
        <pc:picChg chg="add mod ord">
          <ac:chgData name="Pulkit Bhandari" userId="7ab99e1f-6ee8-4f66-923c-3cadeb5fdc08" providerId="ADAL" clId="{01652112-53E4-4AEE-8EF8-F71FBC6DE788}" dt="2026-02-12T17:52:04.330" v="1195" actId="1076"/>
          <ac:picMkLst>
            <pc:docMk/>
            <pc:sldMk cId="374402342" sldId="257"/>
            <ac:picMk id="2" creationId="{3F391A6D-230C-31ED-8D42-549EF2CC8999}"/>
          </ac:picMkLst>
        </pc:picChg>
        <pc:picChg chg="del mod">
          <ac:chgData name="Pulkit Bhandari" userId="7ab99e1f-6ee8-4f66-923c-3cadeb5fdc08" providerId="ADAL" clId="{01652112-53E4-4AEE-8EF8-F71FBC6DE788}" dt="2026-02-18T05:00:54.062" v="4358" actId="478"/>
          <ac:picMkLst>
            <pc:docMk/>
            <pc:sldMk cId="374402342" sldId="257"/>
            <ac:picMk id="14" creationId="{10A2319A-FA76-C07A-BE69-FF48A3813CDF}"/>
          </ac:picMkLst>
        </pc:picChg>
        <pc:picChg chg="add mod">
          <ac:chgData name="Pulkit Bhandari" userId="7ab99e1f-6ee8-4f66-923c-3cadeb5fdc08" providerId="ADAL" clId="{01652112-53E4-4AEE-8EF8-F71FBC6DE788}" dt="2026-02-10T15:58:18.968" v="17" actId="26606"/>
          <ac:picMkLst>
            <pc:docMk/>
            <pc:sldMk cId="374402342" sldId="257"/>
            <ac:picMk id="1026" creationId="{6F359810-4866-069C-BFD4-91A3D8A029C1}"/>
          </ac:picMkLst>
        </pc:picChg>
      </pc:sldChg>
      <pc:sldChg chg="addSp delSp modSp add mod delAnim">
        <pc:chgData name="Pulkit Bhandari" userId="7ab99e1f-6ee8-4f66-923c-3cadeb5fdc08" providerId="ADAL" clId="{01652112-53E4-4AEE-8EF8-F71FBC6DE788}" dt="2026-02-18T05:01:00.843" v="4361" actId="478"/>
        <pc:sldMkLst>
          <pc:docMk/>
          <pc:sldMk cId="3601001193" sldId="261"/>
        </pc:sldMkLst>
        <pc:spChg chg="add mod">
          <ac:chgData name="Pulkit Bhandari" userId="7ab99e1f-6ee8-4f66-923c-3cadeb5fdc08" providerId="ADAL" clId="{01652112-53E4-4AEE-8EF8-F71FBC6DE788}" dt="2026-02-13T19:48:30.870" v="1908" actId="1035"/>
          <ac:spMkLst>
            <pc:docMk/>
            <pc:sldMk cId="3601001193" sldId="261"/>
            <ac:spMk id="2" creationId="{1B6B020C-BF47-8D1A-8177-5FC55B291592}"/>
          </ac:spMkLst>
        </pc:spChg>
        <pc:spChg chg="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3" creationId="{A28F6A90-E6F1-1BE1-5AB5-40CCCB970BBE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4" creationId="{9E79D276-933C-6778-5581-99B88F18E333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5" creationId="{B30F2CAB-29C2-9C00-0791-DA494ECAFCEF}"/>
          </ac:spMkLst>
        </pc:spChg>
        <pc:spChg chg="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6" creationId="{C3EBA7EB-2B7D-D03B-2C6D-65E2FDB17B46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7" creationId="{C24730A7-6BE3-E5D5-AB00-C0591D20DD59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9" creationId="{2383146D-A042-525C-851E-1B33279A2E43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10" creationId="{440209F4-C2F0-8E1E-05AD-C88F27E3FE23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11" creationId="{3B49BE1E-86F5-988A-0FDF-CCCBE877D3ED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12" creationId="{D0407B27-9150-1A71-AE2B-AB41E5201AC3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13" creationId="{0BECDA0C-3977-491D-31D3-28A89384D9D9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14" creationId="{4291BF33-69E0-4D46-B2C3-55E5FED0C86F}"/>
          </ac:spMkLst>
        </pc:spChg>
        <pc:spChg chg="add mod">
          <ac:chgData name="Pulkit Bhandari" userId="7ab99e1f-6ee8-4f66-923c-3cadeb5fdc08" providerId="ADAL" clId="{01652112-53E4-4AEE-8EF8-F71FBC6DE788}" dt="2026-02-13T19:34:47.835" v="1794" actId="1036"/>
          <ac:spMkLst>
            <pc:docMk/>
            <pc:sldMk cId="3601001193" sldId="261"/>
            <ac:spMk id="15" creationId="{9BC32559-907C-59E5-3C33-36FA4C244C0E}"/>
          </ac:spMkLst>
        </pc:spChg>
        <pc:spChg chg="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17" creationId="{A1796F09-68FD-C27B-8A82-974B98B67906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18" creationId="{33FE61A9-0D68-238E-B325-DFBDBAD3426E}"/>
          </ac:spMkLst>
        </pc:spChg>
        <pc:spChg chg="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19" creationId="{ABEA9D21-E9CF-ACE1-641D-CB9564ECB632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20" creationId="{7B69B518-6FD7-8B01-DA5A-6939A4A87B12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21" creationId="{097B70E9-7508-8A3E-9E8B-C71B11B41832}"/>
          </ac:spMkLst>
        </pc:spChg>
        <pc:spChg chg="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22" creationId="{D4043A85-D06D-4940-D786-938686ACD739}"/>
          </ac:spMkLst>
        </pc:spChg>
        <pc:spChg chg="mod">
          <ac:chgData name="Pulkit Bhandari" userId="7ab99e1f-6ee8-4f66-923c-3cadeb5fdc08" providerId="ADAL" clId="{01652112-53E4-4AEE-8EF8-F71FBC6DE788}" dt="2026-02-13T19:43:55.713" v="1871" actId="27107"/>
          <ac:spMkLst>
            <pc:docMk/>
            <pc:sldMk cId="3601001193" sldId="261"/>
            <ac:spMk id="24" creationId="{7B7100EC-9354-F072-2649-CC1DD0D95722}"/>
          </ac:spMkLst>
        </pc:spChg>
        <pc:spChg chg="mod">
          <ac:chgData name="Pulkit Bhandari" userId="7ab99e1f-6ee8-4f66-923c-3cadeb5fdc08" providerId="ADAL" clId="{01652112-53E4-4AEE-8EF8-F71FBC6DE788}" dt="2026-02-12T18:01:25.509" v="1238" actId="2711"/>
          <ac:spMkLst>
            <pc:docMk/>
            <pc:sldMk cId="3601001193" sldId="261"/>
            <ac:spMk id="25" creationId="{2669047B-92B9-43EE-1DD3-22123F8B913E}"/>
          </ac:spMkLst>
        </pc:spChg>
        <pc:spChg chg="mod">
          <ac:chgData name="Pulkit Bhandari" userId="7ab99e1f-6ee8-4f66-923c-3cadeb5fdc08" providerId="ADAL" clId="{01652112-53E4-4AEE-8EF8-F71FBC6DE788}" dt="2026-02-12T17:57:18.724" v="1216" actId="113"/>
          <ac:spMkLst>
            <pc:docMk/>
            <pc:sldMk cId="3601001193" sldId="261"/>
            <ac:spMk id="26" creationId="{8CB8E541-7436-570C-5E5F-FDD1C600B284}"/>
          </ac:spMkLst>
        </pc:spChg>
        <pc:spChg chg="mod">
          <ac:chgData name="Pulkit Bhandari" userId="7ab99e1f-6ee8-4f66-923c-3cadeb5fdc08" providerId="ADAL" clId="{01652112-53E4-4AEE-8EF8-F71FBC6DE788}" dt="2026-02-12T18:01:25.509" v="1238" actId="2711"/>
          <ac:spMkLst>
            <pc:docMk/>
            <pc:sldMk cId="3601001193" sldId="261"/>
            <ac:spMk id="27" creationId="{129649A5-993B-BCB6-19F6-8621CB6D396D}"/>
          </ac:spMkLst>
        </pc:spChg>
        <pc:spChg chg="mod">
          <ac:chgData name="Pulkit Bhandari" userId="7ab99e1f-6ee8-4f66-923c-3cadeb5fdc08" providerId="ADAL" clId="{01652112-53E4-4AEE-8EF8-F71FBC6DE788}" dt="2026-02-12T18:15:37.248" v="1271" actId="1036"/>
          <ac:spMkLst>
            <pc:docMk/>
            <pc:sldMk cId="3601001193" sldId="261"/>
            <ac:spMk id="28" creationId="{A33E83E3-1AAB-7B0F-D15A-7CF8E5E1A485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29" creationId="{05E914FE-F963-9790-71B2-CFD425497EBE}"/>
          </ac:spMkLst>
        </pc:spChg>
        <pc:spChg chg="add mod">
          <ac:chgData name="Pulkit Bhandari" userId="7ab99e1f-6ee8-4f66-923c-3cadeb5fdc08" providerId="ADAL" clId="{01652112-53E4-4AEE-8EF8-F71FBC6DE788}" dt="2026-02-13T19:34:58.012" v="1820" actId="1036"/>
          <ac:spMkLst>
            <pc:docMk/>
            <pc:sldMk cId="3601001193" sldId="261"/>
            <ac:spMk id="31" creationId="{CC37D9C4-1EE1-9996-BED0-B87A5E5A040E}"/>
          </ac:spMkLst>
        </pc:spChg>
        <pc:spChg chg="add mod">
          <ac:chgData name="Pulkit Bhandari" userId="7ab99e1f-6ee8-4f66-923c-3cadeb5fdc08" providerId="ADAL" clId="{01652112-53E4-4AEE-8EF8-F71FBC6DE788}" dt="2026-02-13T19:44:34.368" v="1873" actId="2711"/>
          <ac:spMkLst>
            <pc:docMk/>
            <pc:sldMk cId="3601001193" sldId="261"/>
            <ac:spMk id="32" creationId="{F4478E10-EFAC-D427-E23E-5C72829F0FE8}"/>
          </ac:spMkLst>
        </pc:spChg>
        <pc:spChg chg="add mod">
          <ac:chgData name="Pulkit Bhandari" userId="7ab99e1f-6ee8-4f66-923c-3cadeb5fdc08" providerId="ADAL" clId="{01652112-53E4-4AEE-8EF8-F71FBC6DE788}" dt="2026-02-14T15:24:45.265" v="4319"/>
          <ac:spMkLst>
            <pc:docMk/>
            <pc:sldMk cId="3601001193" sldId="261"/>
            <ac:spMk id="33" creationId="{FE156D74-6F3D-921A-2FA1-1566AFD0E2AA}"/>
          </ac:spMkLst>
        </pc:spChg>
        <pc:spChg chg="add mod">
          <ac:chgData name="Pulkit Bhandari" userId="7ab99e1f-6ee8-4f66-923c-3cadeb5fdc08" providerId="ADAL" clId="{01652112-53E4-4AEE-8EF8-F71FBC6DE788}" dt="2026-02-13T19:43:10.231" v="1866" actId="14100"/>
          <ac:spMkLst>
            <pc:docMk/>
            <pc:sldMk cId="3601001193" sldId="261"/>
            <ac:spMk id="34" creationId="{8F58DC3F-E009-C407-6DA6-32EE47703446}"/>
          </ac:spMkLst>
        </pc:spChg>
        <pc:spChg chg="add mod">
          <ac:chgData name="Pulkit Bhandari" userId="7ab99e1f-6ee8-4f66-923c-3cadeb5fdc08" providerId="ADAL" clId="{01652112-53E4-4AEE-8EF8-F71FBC6DE788}" dt="2026-02-14T00:20:19.132" v="3404" actId="20577"/>
          <ac:spMkLst>
            <pc:docMk/>
            <pc:sldMk cId="3601001193" sldId="261"/>
            <ac:spMk id="36" creationId="{B11E11CF-B6E2-F53D-09B1-34A455923CB1}"/>
          </ac:spMkLst>
        </pc:spChg>
        <pc:grpChg chg="mod">
          <ac:chgData name="Pulkit Bhandari" userId="7ab99e1f-6ee8-4f66-923c-3cadeb5fdc08" providerId="ADAL" clId="{01652112-53E4-4AEE-8EF8-F71FBC6DE788}" dt="2026-02-12T18:12:20.475" v="1240" actId="14100"/>
          <ac:grpSpMkLst>
            <pc:docMk/>
            <pc:sldMk cId="3601001193" sldId="261"/>
            <ac:grpSpMk id="23" creationId="{76AF44D4-8A83-3835-D881-572A05160151}"/>
          </ac:grpSpMkLst>
        </pc:grpChg>
        <pc:graphicFrameChg chg="mod modGraphic">
          <ac:chgData name="Pulkit Bhandari" userId="7ab99e1f-6ee8-4f66-923c-3cadeb5fdc08" providerId="ADAL" clId="{01652112-53E4-4AEE-8EF8-F71FBC6DE788}" dt="2026-02-13T19:32:59.784" v="1783" actId="553"/>
          <ac:graphicFrameMkLst>
            <pc:docMk/>
            <pc:sldMk cId="3601001193" sldId="261"/>
            <ac:graphicFrameMk id="30" creationId="{BEAC1A23-11A7-85F7-4F9B-26B49F7EAC46}"/>
          </ac:graphicFrameMkLst>
        </pc:graphicFrameChg>
        <pc:picChg chg="add mod">
          <ac:chgData name="Pulkit Bhandari" userId="7ab99e1f-6ee8-4f66-923c-3cadeb5fdc08" providerId="ADAL" clId="{01652112-53E4-4AEE-8EF8-F71FBC6DE788}" dt="2026-02-13T19:42:31.851" v="1861"/>
          <ac:picMkLst>
            <pc:docMk/>
            <pc:sldMk cId="3601001193" sldId="261"/>
            <ac:picMk id="35" creationId="{9369C99C-A293-8017-5855-3C55ADD5FAA3}"/>
          </ac:picMkLst>
        </pc:picChg>
        <pc:picChg chg="add mod">
          <ac:chgData name="Pulkit Bhandari" userId="7ab99e1f-6ee8-4f66-923c-3cadeb5fdc08" providerId="ADAL" clId="{01652112-53E4-4AEE-8EF8-F71FBC6DE788}" dt="2026-02-14T00:22:50.215" v="3429"/>
          <ac:picMkLst>
            <pc:docMk/>
            <pc:sldMk cId="3601001193" sldId="261"/>
            <ac:picMk id="37" creationId="{987224AB-010D-DDC5-07C1-5BAC5D96F450}"/>
          </ac:picMkLst>
        </pc:picChg>
        <pc:picChg chg="add del mod">
          <ac:chgData name="Pulkit Bhandari" userId="7ab99e1f-6ee8-4f66-923c-3cadeb5fdc08" providerId="ADAL" clId="{01652112-53E4-4AEE-8EF8-F71FBC6DE788}" dt="2026-02-18T05:01:00.843" v="4361" actId="478"/>
          <ac:picMkLst>
            <pc:docMk/>
            <pc:sldMk cId="3601001193" sldId="261"/>
            <ac:picMk id="40" creationId="{F854300C-B7A1-6B72-4245-0DBCA2A36A8C}"/>
          </ac:picMkLst>
        </pc:picChg>
      </pc:sldChg>
      <pc:sldChg chg="addSp delSp modSp add mod delAnim">
        <pc:chgData name="Pulkit Bhandari" userId="7ab99e1f-6ee8-4f66-923c-3cadeb5fdc08" providerId="ADAL" clId="{01652112-53E4-4AEE-8EF8-F71FBC6DE788}" dt="2026-02-18T05:00:58.593" v="4360" actId="478"/>
        <pc:sldMkLst>
          <pc:docMk/>
          <pc:sldMk cId="149897231" sldId="263"/>
        </pc:sldMkLst>
        <pc:spChg chg="add mod">
          <ac:chgData name="Pulkit Bhandari" userId="7ab99e1f-6ee8-4f66-923c-3cadeb5fdc08" providerId="ADAL" clId="{01652112-53E4-4AEE-8EF8-F71FBC6DE788}" dt="2026-02-14T15:24:43.632" v="4318"/>
          <ac:spMkLst>
            <pc:docMk/>
            <pc:sldMk cId="149897231" sldId="263"/>
            <ac:spMk id="2" creationId="{ECB4AB2E-DEA7-5CB2-83C3-82E7456F4FFD}"/>
          </ac:spMkLst>
        </pc:spChg>
        <pc:spChg chg="add mod">
          <ac:chgData name="Pulkit Bhandari" userId="7ab99e1f-6ee8-4f66-923c-3cadeb5fdc08" providerId="ADAL" clId="{01652112-53E4-4AEE-8EF8-F71FBC6DE788}" dt="2026-02-13T20:40:11.359" v="2366" actId="20577"/>
          <ac:spMkLst>
            <pc:docMk/>
            <pc:sldMk cId="149897231" sldId="263"/>
            <ac:spMk id="62" creationId="{934148F0-A984-510A-5893-49FE4B4D4FF4}"/>
          </ac:spMkLst>
        </pc:spChg>
        <pc:spChg chg="add mod">
          <ac:chgData name="Pulkit Bhandari" userId="7ab99e1f-6ee8-4f66-923c-3cadeb5fdc08" providerId="ADAL" clId="{01652112-53E4-4AEE-8EF8-F71FBC6DE788}" dt="2026-02-13T20:38:02.442" v="2351"/>
          <ac:spMkLst>
            <pc:docMk/>
            <pc:sldMk cId="149897231" sldId="263"/>
            <ac:spMk id="63" creationId="{E70BAA04-CCA4-67F3-2949-0F1152C820C4}"/>
          </ac:spMkLst>
        </pc:spChg>
        <pc:spChg chg="add mod">
          <ac:chgData name="Pulkit Bhandari" userId="7ab99e1f-6ee8-4f66-923c-3cadeb5fdc08" providerId="ADAL" clId="{01652112-53E4-4AEE-8EF8-F71FBC6DE788}" dt="2026-02-13T20:35:26.927" v="2348" actId="20577"/>
          <ac:spMkLst>
            <pc:docMk/>
            <pc:sldMk cId="149897231" sldId="263"/>
            <ac:spMk id="76" creationId="{16E73D5B-59E2-9C9C-5644-02092CE2AE26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77" creationId="{DE2E5C30-D10B-CE05-9E95-55EA4FAAEA41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78" creationId="{2402B7C9-4498-3021-6E76-F6473CF54C0D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79" creationId="{B99060E1-5584-A2CA-DEEB-9AD082224EE2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0" creationId="{7A494EDA-D842-6467-ED2E-A01F64E38A25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1" creationId="{67F78FD7-7D51-62CA-2790-2964220834A9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2" creationId="{65794FE8-B341-D150-921C-D43B7A9A0494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5" creationId="{180DB8F5-8B64-E584-1362-3FB0D10CBA70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6" creationId="{0664D21D-BDFB-0DB9-7768-5DFD02FEC72C}"/>
          </ac:spMkLst>
        </pc:spChg>
        <pc:spChg chg="add mod">
          <ac:chgData name="Pulkit Bhandari" userId="7ab99e1f-6ee8-4f66-923c-3cadeb5fdc08" providerId="ADAL" clId="{01652112-53E4-4AEE-8EF8-F71FBC6DE788}" dt="2026-02-13T20:40:19.773" v="2368"/>
          <ac:spMkLst>
            <pc:docMk/>
            <pc:sldMk cId="149897231" sldId="263"/>
            <ac:spMk id="87" creationId="{BFC43FC9-4C67-BFFB-1FFA-991731F6FFBA}"/>
          </ac:spMkLst>
        </pc:spChg>
        <pc:spChg chg="mod">
          <ac:chgData name="Pulkit Bhandari" userId="7ab99e1f-6ee8-4f66-923c-3cadeb5fdc08" providerId="ADAL" clId="{01652112-53E4-4AEE-8EF8-F71FBC6DE788}" dt="2026-02-13T22:08:06.318" v="2554" actId="2711"/>
          <ac:spMkLst>
            <pc:docMk/>
            <pc:sldMk cId="149897231" sldId="263"/>
            <ac:spMk id="88" creationId="{B523C904-CAAB-5D17-F976-31A84E3973E1}"/>
          </ac:spMkLst>
        </pc:spChg>
        <pc:spChg chg="add mod">
          <ac:chgData name="Pulkit Bhandari" userId="7ab99e1f-6ee8-4f66-923c-3cadeb5fdc08" providerId="ADAL" clId="{01652112-53E4-4AEE-8EF8-F71FBC6DE788}" dt="2026-02-13T22:08:06.318" v="2554" actId="2711"/>
          <ac:spMkLst>
            <pc:docMk/>
            <pc:sldMk cId="149897231" sldId="263"/>
            <ac:spMk id="89" creationId="{4258FA8F-0AB9-CF36-6A03-1C71B4C4D3B9}"/>
          </ac:spMkLst>
        </pc:spChg>
        <pc:spChg chg="add del mod">
          <ac:chgData name="Pulkit Bhandari" userId="7ab99e1f-6ee8-4f66-923c-3cadeb5fdc08" providerId="ADAL" clId="{01652112-53E4-4AEE-8EF8-F71FBC6DE788}" dt="2026-02-13T22:18:30.152" v="2725" actId="1076"/>
          <ac:spMkLst>
            <pc:docMk/>
            <pc:sldMk cId="149897231" sldId="263"/>
            <ac:spMk id="90" creationId="{7B45136B-D557-A4A0-073B-66F4AD819FF5}"/>
          </ac:spMkLst>
        </pc:spChg>
        <pc:spChg chg="mod">
          <ac:chgData name="Pulkit Bhandari" userId="7ab99e1f-6ee8-4f66-923c-3cadeb5fdc08" providerId="ADAL" clId="{01652112-53E4-4AEE-8EF8-F71FBC6DE788}" dt="2026-02-13T22:20:57.215" v="2728" actId="2711"/>
          <ac:spMkLst>
            <pc:docMk/>
            <pc:sldMk cId="149897231" sldId="263"/>
            <ac:spMk id="92" creationId="{887E7A0A-A36A-2568-C229-8CEE294CE2D3}"/>
          </ac:spMkLst>
        </pc:spChg>
        <pc:spChg chg="add mod">
          <ac:chgData name="Pulkit Bhandari" userId="7ab99e1f-6ee8-4f66-923c-3cadeb5fdc08" providerId="ADAL" clId="{01652112-53E4-4AEE-8EF8-F71FBC6DE788}" dt="2026-02-14T00:45:54.087" v="3661" actId="20577"/>
          <ac:spMkLst>
            <pc:docMk/>
            <pc:sldMk cId="149897231" sldId="263"/>
            <ac:spMk id="93" creationId="{93B4123A-1EDE-389D-CDDD-E07E44C04026}"/>
          </ac:spMkLst>
        </pc:spChg>
        <pc:spChg chg="mod">
          <ac:chgData name="Pulkit Bhandari" userId="7ab99e1f-6ee8-4f66-923c-3cadeb5fdc08" providerId="ADAL" clId="{01652112-53E4-4AEE-8EF8-F71FBC6DE788}" dt="2026-02-13T22:20:57.215" v="2728" actId="2711"/>
          <ac:spMkLst>
            <pc:docMk/>
            <pc:sldMk cId="149897231" sldId="263"/>
            <ac:spMk id="94" creationId="{6921BC65-8BFE-4E37-C4C1-CE3D42050554}"/>
          </ac:spMkLst>
        </pc:spChg>
        <pc:spChg chg="mod">
          <ac:chgData name="Pulkit Bhandari" userId="7ab99e1f-6ee8-4f66-923c-3cadeb5fdc08" providerId="ADAL" clId="{01652112-53E4-4AEE-8EF8-F71FBC6DE788}" dt="2026-02-14T00:43:42.786" v="3604" actId="113"/>
          <ac:spMkLst>
            <pc:docMk/>
            <pc:sldMk cId="149897231" sldId="263"/>
            <ac:spMk id="96" creationId="{CEDEB6DC-959D-AE0A-3F11-DFDB5D46B515}"/>
          </ac:spMkLst>
        </pc:spChg>
        <pc:spChg chg="add mod">
          <ac:chgData name="Pulkit Bhandari" userId="7ab99e1f-6ee8-4f66-923c-3cadeb5fdc08" providerId="ADAL" clId="{01652112-53E4-4AEE-8EF8-F71FBC6DE788}" dt="2026-02-14T00:43:55.118" v="3607" actId="113"/>
          <ac:spMkLst>
            <pc:docMk/>
            <pc:sldMk cId="149897231" sldId="263"/>
            <ac:spMk id="116" creationId="{5632998B-124D-976E-97F3-52913AF95C1E}"/>
          </ac:spMkLst>
        </pc:spChg>
        <pc:spChg chg="add mod">
          <ac:chgData name="Pulkit Bhandari" userId="7ab99e1f-6ee8-4f66-923c-3cadeb5fdc08" providerId="ADAL" clId="{01652112-53E4-4AEE-8EF8-F71FBC6DE788}" dt="2026-02-14T00:44:02.711" v="3608" actId="113"/>
          <ac:spMkLst>
            <pc:docMk/>
            <pc:sldMk cId="149897231" sldId="263"/>
            <ac:spMk id="123" creationId="{312078C0-6715-2591-BCA2-8AB3919C2A4A}"/>
          </ac:spMkLst>
        </pc:spChg>
        <pc:spChg chg="add mod">
          <ac:chgData name="Pulkit Bhandari" userId="7ab99e1f-6ee8-4f66-923c-3cadeb5fdc08" providerId="ADAL" clId="{01652112-53E4-4AEE-8EF8-F71FBC6DE788}" dt="2026-02-14T00:44:07.315" v="3609" actId="113"/>
          <ac:spMkLst>
            <pc:docMk/>
            <pc:sldMk cId="149897231" sldId="263"/>
            <ac:spMk id="125" creationId="{7756D92C-7FFA-AA15-DA29-272826C90DB7}"/>
          </ac:spMkLst>
        </pc:spChg>
        <pc:spChg chg="add mod">
          <ac:chgData name="Pulkit Bhandari" userId="7ab99e1f-6ee8-4f66-923c-3cadeb5fdc08" providerId="ADAL" clId="{01652112-53E4-4AEE-8EF8-F71FBC6DE788}" dt="2026-02-14T00:44:34.264" v="3621" actId="20577"/>
          <ac:spMkLst>
            <pc:docMk/>
            <pc:sldMk cId="149897231" sldId="263"/>
            <ac:spMk id="126" creationId="{07244792-E42B-CDF0-8C22-17A0922BD894}"/>
          </ac:spMkLst>
        </pc:spChg>
        <pc:spChg chg="add mod">
          <ac:chgData name="Pulkit Bhandari" userId="7ab99e1f-6ee8-4f66-923c-3cadeb5fdc08" providerId="ADAL" clId="{01652112-53E4-4AEE-8EF8-F71FBC6DE788}" dt="2026-02-14T00:44:09.556" v="3610" actId="113"/>
          <ac:spMkLst>
            <pc:docMk/>
            <pc:sldMk cId="149897231" sldId="263"/>
            <ac:spMk id="129" creationId="{7E4EE409-2BF6-CAE8-BC67-410D464EEC58}"/>
          </ac:spMkLst>
        </pc:spChg>
        <pc:spChg chg="add mod">
          <ac:chgData name="Pulkit Bhandari" userId="7ab99e1f-6ee8-4f66-923c-3cadeb5fdc08" providerId="ADAL" clId="{01652112-53E4-4AEE-8EF8-F71FBC6DE788}" dt="2026-02-14T00:44:11.320" v="3611" actId="113"/>
          <ac:spMkLst>
            <pc:docMk/>
            <pc:sldMk cId="149897231" sldId="263"/>
            <ac:spMk id="130" creationId="{FED1B176-32F3-055A-4ACA-5EED16F87E27}"/>
          </ac:spMkLst>
        </pc:spChg>
        <pc:spChg chg="add mod">
          <ac:chgData name="Pulkit Bhandari" userId="7ab99e1f-6ee8-4f66-923c-3cadeb5fdc08" providerId="ADAL" clId="{01652112-53E4-4AEE-8EF8-F71FBC6DE788}" dt="2026-02-14T00:26:57.438" v="3454" actId="1076"/>
          <ac:spMkLst>
            <pc:docMk/>
            <pc:sldMk cId="149897231" sldId="263"/>
            <ac:spMk id="131" creationId="{38542D2C-08E8-5349-20C3-58B24DB333F5}"/>
          </ac:spMkLst>
        </pc:spChg>
        <pc:spChg chg="add mod ord">
          <ac:chgData name="Pulkit Bhandari" userId="7ab99e1f-6ee8-4f66-923c-3cadeb5fdc08" providerId="ADAL" clId="{01652112-53E4-4AEE-8EF8-F71FBC6DE788}" dt="2026-02-14T00:39:46.413" v="3552" actId="208"/>
          <ac:spMkLst>
            <pc:docMk/>
            <pc:sldMk cId="149897231" sldId="263"/>
            <ac:spMk id="133" creationId="{3AABB18F-1752-E7A2-1ABE-EEBDFC09E773}"/>
          </ac:spMkLst>
        </pc:spChg>
        <pc:spChg chg="add mod">
          <ac:chgData name="Pulkit Bhandari" userId="7ab99e1f-6ee8-4f66-923c-3cadeb5fdc08" providerId="ADAL" clId="{01652112-53E4-4AEE-8EF8-F71FBC6DE788}" dt="2026-02-14T00:43:24.049" v="3602" actId="207"/>
          <ac:spMkLst>
            <pc:docMk/>
            <pc:sldMk cId="149897231" sldId="263"/>
            <ac:spMk id="134" creationId="{F52D2BF9-C76F-91E2-BE2E-732D48AC43BE}"/>
          </ac:spMkLst>
        </pc:spChg>
        <pc:spChg chg="add mod">
          <ac:chgData name="Pulkit Bhandari" userId="7ab99e1f-6ee8-4f66-923c-3cadeb5fdc08" providerId="ADAL" clId="{01652112-53E4-4AEE-8EF8-F71FBC6DE788}" dt="2026-02-14T00:42:40.458" v="3591" actId="207"/>
          <ac:spMkLst>
            <pc:docMk/>
            <pc:sldMk cId="149897231" sldId="263"/>
            <ac:spMk id="137" creationId="{E86320ED-2355-7F04-DB98-61A7FC13BA05}"/>
          </ac:spMkLst>
        </pc:spChg>
        <pc:spChg chg="add mod">
          <ac:chgData name="Pulkit Bhandari" userId="7ab99e1f-6ee8-4f66-923c-3cadeb5fdc08" providerId="ADAL" clId="{01652112-53E4-4AEE-8EF8-F71FBC6DE788}" dt="2026-02-14T00:44:54.655" v="3623" actId="207"/>
          <ac:spMkLst>
            <pc:docMk/>
            <pc:sldMk cId="149897231" sldId="263"/>
            <ac:spMk id="138" creationId="{158E7BA7-14E4-6561-CCE8-2C760E88B546}"/>
          </ac:spMkLst>
        </pc:spChg>
        <pc:spChg chg="add mod">
          <ac:chgData name="Pulkit Bhandari" userId="7ab99e1f-6ee8-4f66-923c-3cadeb5fdc08" providerId="ADAL" clId="{01652112-53E4-4AEE-8EF8-F71FBC6DE788}" dt="2026-02-14T00:45:28.775" v="3628" actId="14100"/>
          <ac:spMkLst>
            <pc:docMk/>
            <pc:sldMk cId="149897231" sldId="263"/>
            <ac:spMk id="139" creationId="{EC17CAF5-B1B1-BDA1-52E2-5FC63119822C}"/>
          </ac:spMkLst>
        </pc:spChg>
        <pc:graphicFrameChg chg="mod">
          <ac:chgData name="Pulkit Bhandari" userId="7ab99e1f-6ee8-4f66-923c-3cadeb5fdc08" providerId="ADAL" clId="{01652112-53E4-4AEE-8EF8-F71FBC6DE788}" dt="2026-02-13T22:21:25.114" v="2731" actId="2711"/>
          <ac:graphicFrameMkLst>
            <pc:docMk/>
            <pc:sldMk cId="149897231" sldId="263"/>
            <ac:graphicFrameMk id="97" creationId="{88A02633-B490-1C5A-46DC-FF827A80D286}"/>
          </ac:graphicFrameMkLst>
        </pc:graphicFrameChg>
        <pc:picChg chg="add mod">
          <ac:chgData name="Pulkit Bhandari" userId="7ab99e1f-6ee8-4f66-923c-3cadeb5fdc08" providerId="ADAL" clId="{01652112-53E4-4AEE-8EF8-F71FBC6DE788}" dt="2026-02-13T20:35:13.631" v="2346"/>
          <ac:picMkLst>
            <pc:docMk/>
            <pc:sldMk cId="149897231" sldId="263"/>
            <ac:picMk id="64" creationId="{B17FA6A7-EFE3-92BD-8342-93DFFEC3ABDA}"/>
          </ac:picMkLst>
        </pc:picChg>
        <pc:picChg chg="add mod">
          <ac:chgData name="Pulkit Bhandari" userId="7ab99e1f-6ee8-4f66-923c-3cadeb5fdc08" providerId="ADAL" clId="{01652112-53E4-4AEE-8EF8-F71FBC6DE788}" dt="2026-02-13T22:08:40.101" v="2576" actId="1038"/>
          <ac:picMkLst>
            <pc:docMk/>
            <pc:sldMk cId="149897231" sldId="263"/>
            <ac:picMk id="121" creationId="{69F00041-1CF6-96F1-3539-9A02FCB562F1}"/>
          </ac:picMkLst>
        </pc:picChg>
        <pc:picChg chg="add mod">
          <ac:chgData name="Pulkit Bhandari" userId="7ab99e1f-6ee8-4f66-923c-3cadeb5fdc08" providerId="ADAL" clId="{01652112-53E4-4AEE-8EF8-F71FBC6DE788}" dt="2026-02-14T00:22:48.560" v="3428"/>
          <ac:picMkLst>
            <pc:docMk/>
            <pc:sldMk cId="149897231" sldId="263"/>
            <ac:picMk id="132" creationId="{82723DD8-20A7-74C9-91A1-19DA6C67CACF}"/>
          </ac:picMkLst>
        </pc:picChg>
        <pc:picChg chg="del mod">
          <ac:chgData name="Pulkit Bhandari" userId="7ab99e1f-6ee8-4f66-923c-3cadeb5fdc08" providerId="ADAL" clId="{01652112-53E4-4AEE-8EF8-F71FBC6DE788}" dt="2026-02-18T05:00:58.593" v="4360" actId="478"/>
          <ac:picMkLst>
            <pc:docMk/>
            <pc:sldMk cId="149897231" sldId="263"/>
            <ac:picMk id="142" creationId="{33B1A481-72D8-F031-687B-213FB3A2E37B}"/>
          </ac:picMkLst>
        </pc:picChg>
      </pc:sldChg>
      <pc:sldChg chg="addSp delSp modSp add mod delAnim">
        <pc:chgData name="Pulkit Bhandari" userId="7ab99e1f-6ee8-4f66-923c-3cadeb5fdc08" providerId="ADAL" clId="{01652112-53E4-4AEE-8EF8-F71FBC6DE788}" dt="2026-02-18T05:01:03.633" v="4362" actId="478"/>
        <pc:sldMkLst>
          <pc:docMk/>
          <pc:sldMk cId="2744952528" sldId="264"/>
        </pc:sldMkLst>
        <pc:spChg chg="add 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2" creationId="{77D592CE-90A6-8CEF-B24D-EC390448035A}"/>
          </ac:spMkLst>
        </pc:spChg>
        <pc:spChg chg="add 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3" creationId="{2F348E13-1C83-8E4F-36B5-3432B0B32F83}"/>
          </ac:spMkLst>
        </pc:spChg>
        <pc:spChg chg="add mod">
          <ac:chgData name="Pulkit Bhandari" userId="7ab99e1f-6ee8-4f66-923c-3cadeb5fdc08" providerId="ADAL" clId="{01652112-53E4-4AEE-8EF8-F71FBC6DE788}" dt="2026-02-14T15:24:46.391" v="4320"/>
          <ac:spMkLst>
            <pc:docMk/>
            <pc:sldMk cId="2744952528" sldId="264"/>
            <ac:spMk id="5" creationId="{F82AC067-0BCD-1212-0DEE-A0C64DC41B5E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6" creationId="{C103B716-5945-C8BE-A0FC-DDE9B29933CD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7" creationId="{1B68413E-088A-47D4-A2FF-5C7A6A0FF36F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9" creationId="{6976BA50-31B2-B973-96DD-36B4660E3DFD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10" creationId="{EA609E92-69C9-D7BB-F5B2-8B0FB42C2A4E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11" creationId="{3C1C8BC5-4EA9-4E50-8E25-DF29E5D4A05B}"/>
          </ac:spMkLst>
        </pc:spChg>
        <pc:spChg chg="add mod">
          <ac:chgData name="Pulkit Bhandari" userId="7ab99e1f-6ee8-4f66-923c-3cadeb5fdc08" providerId="ADAL" clId="{01652112-53E4-4AEE-8EF8-F71FBC6DE788}" dt="2026-02-10T19:48:05.300" v="930" actId="1076"/>
          <ac:spMkLst>
            <pc:docMk/>
            <pc:sldMk cId="2744952528" sldId="264"/>
            <ac:spMk id="12" creationId="{051E3A10-6875-CD59-919A-E3B117D4B929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13" creationId="{5182F850-7DDD-D8E2-02FC-72E7B4C73C53}"/>
          </ac:spMkLst>
        </pc:spChg>
        <pc:spChg chg="mod">
          <ac:chgData name="Pulkit Bhandari" userId="7ab99e1f-6ee8-4f66-923c-3cadeb5fdc08" providerId="ADAL" clId="{01652112-53E4-4AEE-8EF8-F71FBC6DE788}" dt="2026-02-13T19:35:19.552" v="1835" actId="1036"/>
          <ac:spMkLst>
            <pc:docMk/>
            <pc:sldMk cId="2744952528" sldId="264"/>
            <ac:spMk id="14" creationId="{E835E856-C5EA-31AF-0441-24E31754957C}"/>
          </ac:spMkLst>
        </pc:spChg>
        <pc:spChg chg="add mod">
          <ac:chgData name="Pulkit Bhandari" userId="7ab99e1f-6ee8-4f66-923c-3cadeb5fdc08" providerId="ADAL" clId="{01652112-53E4-4AEE-8EF8-F71FBC6DE788}" dt="2026-02-14T00:20:25.688" v="3406" actId="20577"/>
          <ac:spMkLst>
            <pc:docMk/>
            <pc:sldMk cId="2744952528" sldId="264"/>
            <ac:spMk id="42" creationId="{6DB928EF-CB9E-EB1B-867E-E8BF9822AAB3}"/>
          </ac:spMkLst>
        </pc:spChg>
        <pc:spChg chg="add mod">
          <ac:chgData name="Pulkit Bhandari" userId="7ab99e1f-6ee8-4f66-923c-3cadeb5fdc08" providerId="ADAL" clId="{01652112-53E4-4AEE-8EF8-F71FBC6DE788}" dt="2026-02-14T00:32:27.164" v="3473"/>
          <ac:spMkLst>
            <pc:docMk/>
            <pc:sldMk cId="2744952528" sldId="264"/>
            <ac:spMk id="44" creationId="{E0B6FE14-084A-0021-C748-C391EE5D9A57}"/>
          </ac:spMkLst>
        </pc:spChg>
        <pc:spChg chg="add mod">
          <ac:chgData name="Pulkit Bhandari" userId="7ab99e1f-6ee8-4f66-923c-3cadeb5fdc08" providerId="ADAL" clId="{01652112-53E4-4AEE-8EF8-F71FBC6DE788}" dt="2026-02-14T00:32:12.670" v="3472" actId="14100"/>
          <ac:spMkLst>
            <pc:docMk/>
            <pc:sldMk cId="2744952528" sldId="264"/>
            <ac:spMk id="45" creationId="{60AAE1C0-D9B5-6AED-FCF7-C97556A73D35}"/>
          </ac:spMkLst>
        </pc:spChg>
        <pc:spChg chg="add mod">
          <ac:chgData name="Pulkit Bhandari" userId="7ab99e1f-6ee8-4f66-923c-3cadeb5fdc08" providerId="ADAL" clId="{01652112-53E4-4AEE-8EF8-F71FBC6DE788}" dt="2026-02-14T01:39:54.776" v="4296" actId="113"/>
          <ac:spMkLst>
            <pc:docMk/>
            <pc:sldMk cId="2744952528" sldId="264"/>
            <ac:spMk id="47" creationId="{4C0FB6B0-4E81-7E65-E557-AF7EFCAED3C0}"/>
          </ac:spMkLst>
        </pc:spChg>
        <pc:spChg chg="add mod">
          <ac:chgData name="Pulkit Bhandari" userId="7ab99e1f-6ee8-4f66-923c-3cadeb5fdc08" providerId="ADAL" clId="{01652112-53E4-4AEE-8EF8-F71FBC6DE788}" dt="2026-02-14T01:29:45.612" v="4226" actId="1036"/>
          <ac:spMkLst>
            <pc:docMk/>
            <pc:sldMk cId="2744952528" sldId="264"/>
            <ac:spMk id="49" creationId="{485ED239-3453-78CD-F379-1A081CF64A8A}"/>
          </ac:spMkLst>
        </pc:spChg>
        <pc:spChg chg="add mod">
          <ac:chgData name="Pulkit Bhandari" userId="7ab99e1f-6ee8-4f66-923c-3cadeb5fdc08" providerId="ADAL" clId="{01652112-53E4-4AEE-8EF8-F71FBC6DE788}" dt="2026-02-14T01:29:45.612" v="4226" actId="1036"/>
          <ac:spMkLst>
            <pc:docMk/>
            <pc:sldMk cId="2744952528" sldId="264"/>
            <ac:spMk id="50" creationId="{F794BB8E-7191-5ECB-4E1F-9E4BAE7BFABF}"/>
          </ac:spMkLst>
        </pc:spChg>
        <pc:spChg chg="add mod">
          <ac:chgData name="Pulkit Bhandari" userId="7ab99e1f-6ee8-4f66-923c-3cadeb5fdc08" providerId="ADAL" clId="{01652112-53E4-4AEE-8EF8-F71FBC6DE788}" dt="2026-02-14T01:41:19.975" v="4303" actId="115"/>
          <ac:spMkLst>
            <pc:docMk/>
            <pc:sldMk cId="2744952528" sldId="264"/>
            <ac:spMk id="55" creationId="{1C6BD13A-4E40-D5A6-E81E-8EDD78735BCF}"/>
          </ac:spMkLst>
        </pc:spChg>
        <pc:spChg chg="add mod">
          <ac:chgData name="Pulkit Bhandari" userId="7ab99e1f-6ee8-4f66-923c-3cadeb5fdc08" providerId="ADAL" clId="{01652112-53E4-4AEE-8EF8-F71FBC6DE788}" dt="2026-02-14T01:29:45.612" v="4226" actId="1036"/>
          <ac:spMkLst>
            <pc:docMk/>
            <pc:sldMk cId="2744952528" sldId="264"/>
            <ac:spMk id="56" creationId="{8DCCEEA9-D328-7D23-D8A0-62862FB35E0D}"/>
          </ac:spMkLst>
        </pc:spChg>
        <pc:spChg chg="add mod">
          <ac:chgData name="Pulkit Bhandari" userId="7ab99e1f-6ee8-4f66-923c-3cadeb5fdc08" providerId="ADAL" clId="{01652112-53E4-4AEE-8EF8-F71FBC6DE788}" dt="2026-02-14T01:41:21.451" v="4304" actId="115"/>
          <ac:spMkLst>
            <pc:docMk/>
            <pc:sldMk cId="2744952528" sldId="264"/>
            <ac:spMk id="57" creationId="{36A3602D-E434-1765-3076-F3FF108334F5}"/>
          </ac:spMkLst>
        </pc:spChg>
        <pc:spChg chg="add mod">
          <ac:chgData name="Pulkit Bhandari" userId="7ab99e1f-6ee8-4f66-923c-3cadeb5fdc08" providerId="ADAL" clId="{01652112-53E4-4AEE-8EF8-F71FBC6DE788}" dt="2026-02-14T01:41:22.481" v="4305" actId="115"/>
          <ac:spMkLst>
            <pc:docMk/>
            <pc:sldMk cId="2744952528" sldId="264"/>
            <ac:spMk id="58" creationId="{E11426A2-3757-5B1E-0897-07CB7FEBD527}"/>
          </ac:spMkLst>
        </pc:spChg>
        <pc:spChg chg="add mod">
          <ac:chgData name="Pulkit Bhandari" userId="7ab99e1f-6ee8-4f66-923c-3cadeb5fdc08" providerId="ADAL" clId="{01652112-53E4-4AEE-8EF8-F71FBC6DE788}" dt="2026-02-14T01:29:45.612" v="4226" actId="1036"/>
          <ac:spMkLst>
            <pc:docMk/>
            <pc:sldMk cId="2744952528" sldId="264"/>
            <ac:spMk id="59" creationId="{3F1CDEEE-C883-685D-1AAE-75C672DD6D92}"/>
          </ac:spMkLst>
        </pc:spChg>
        <pc:spChg chg="add del mod">
          <ac:chgData name="Pulkit Bhandari" userId="7ab99e1f-6ee8-4f66-923c-3cadeb5fdc08" providerId="ADAL" clId="{01652112-53E4-4AEE-8EF8-F71FBC6DE788}" dt="2026-02-14T01:30:36.665" v="4236" actId="403"/>
          <ac:spMkLst>
            <pc:docMk/>
            <pc:sldMk cId="2744952528" sldId="264"/>
            <ac:spMk id="60" creationId="{8CD48FD8-F913-0C95-ABDC-EC256B208776}"/>
          </ac:spMkLst>
        </pc:spChg>
        <pc:spChg chg="add mod">
          <ac:chgData name="Pulkit Bhandari" userId="7ab99e1f-6ee8-4f66-923c-3cadeb5fdc08" providerId="ADAL" clId="{01652112-53E4-4AEE-8EF8-F71FBC6DE788}" dt="2026-02-14T01:38:03.897" v="4271" actId="1036"/>
          <ac:spMkLst>
            <pc:docMk/>
            <pc:sldMk cId="2744952528" sldId="264"/>
            <ac:spMk id="61" creationId="{CD791C35-E0D9-6FB3-171D-CEFA92FED369}"/>
          </ac:spMkLst>
        </pc:spChg>
        <pc:spChg chg="add mod">
          <ac:chgData name="Pulkit Bhandari" userId="7ab99e1f-6ee8-4f66-923c-3cadeb5fdc08" providerId="ADAL" clId="{01652112-53E4-4AEE-8EF8-F71FBC6DE788}" dt="2026-02-14T01:38:09.105" v="4275" actId="1036"/>
          <ac:spMkLst>
            <pc:docMk/>
            <pc:sldMk cId="2744952528" sldId="264"/>
            <ac:spMk id="62" creationId="{EB4B6CE2-DC42-454E-E1E2-E4D6ABA9CB32}"/>
          </ac:spMkLst>
        </pc:spChg>
        <pc:spChg chg="add mod">
          <ac:chgData name="Pulkit Bhandari" userId="7ab99e1f-6ee8-4f66-923c-3cadeb5fdc08" providerId="ADAL" clId="{01652112-53E4-4AEE-8EF8-F71FBC6DE788}" dt="2026-02-14T01:39:27.537" v="4291" actId="113"/>
          <ac:spMkLst>
            <pc:docMk/>
            <pc:sldMk cId="2744952528" sldId="264"/>
            <ac:spMk id="66" creationId="{C61768F2-780C-55AA-9BE3-8CBCB9D72E40}"/>
          </ac:spMkLst>
        </pc:spChg>
        <pc:spChg chg="add mod">
          <ac:chgData name="Pulkit Bhandari" userId="7ab99e1f-6ee8-4f66-923c-3cadeb5fdc08" providerId="ADAL" clId="{01652112-53E4-4AEE-8EF8-F71FBC6DE788}" dt="2026-02-14T01:38:28.458" v="4283" actId="1036"/>
          <ac:spMkLst>
            <pc:docMk/>
            <pc:sldMk cId="2744952528" sldId="264"/>
            <ac:spMk id="67" creationId="{BB8198CA-D68F-C943-8239-57DEF131CCB5}"/>
          </ac:spMkLst>
        </pc:spChg>
        <pc:spChg chg="add mod">
          <ac:chgData name="Pulkit Bhandari" userId="7ab99e1f-6ee8-4f66-923c-3cadeb5fdc08" providerId="ADAL" clId="{01652112-53E4-4AEE-8EF8-F71FBC6DE788}" dt="2026-02-14T01:38:28.458" v="4283" actId="1036"/>
          <ac:spMkLst>
            <pc:docMk/>
            <pc:sldMk cId="2744952528" sldId="264"/>
            <ac:spMk id="68" creationId="{C521EA7B-1E48-F2A8-5BBC-F5D69D22C22B}"/>
          </ac:spMkLst>
        </pc:spChg>
        <pc:spChg chg="add mod">
          <ac:chgData name="Pulkit Bhandari" userId="7ab99e1f-6ee8-4f66-923c-3cadeb5fdc08" providerId="ADAL" clId="{01652112-53E4-4AEE-8EF8-F71FBC6DE788}" dt="2026-02-14T01:38:28.458" v="4283" actId="1036"/>
          <ac:spMkLst>
            <pc:docMk/>
            <pc:sldMk cId="2744952528" sldId="264"/>
            <ac:spMk id="69" creationId="{4123044C-FB96-0D69-5ED6-24DCECCFB6EF}"/>
          </ac:spMkLst>
        </pc:spChg>
        <pc:picChg chg="add del mod">
          <ac:chgData name="Pulkit Bhandari" userId="7ab99e1f-6ee8-4f66-923c-3cadeb5fdc08" providerId="ADAL" clId="{01652112-53E4-4AEE-8EF8-F71FBC6DE788}" dt="2026-02-18T05:01:03.633" v="4362" actId="478"/>
          <ac:picMkLst>
            <pc:docMk/>
            <pc:sldMk cId="2744952528" sldId="264"/>
            <ac:picMk id="18" creationId="{CAC3C4D0-EBF3-6A24-546F-E4A2C08513F8}"/>
          </ac:picMkLst>
        </pc:picChg>
        <pc:picChg chg="add mod">
          <ac:chgData name="Pulkit Bhandari" userId="7ab99e1f-6ee8-4f66-923c-3cadeb5fdc08" providerId="ADAL" clId="{01652112-53E4-4AEE-8EF8-F71FBC6DE788}" dt="2026-02-14T00:22:52.705" v="3430"/>
          <ac:picMkLst>
            <pc:docMk/>
            <pc:sldMk cId="2744952528" sldId="264"/>
            <ac:picMk id="43" creationId="{1A11D849-F34B-7E74-68F6-E78329CEC539}"/>
          </ac:picMkLst>
        </pc:picChg>
        <pc:picChg chg="add mod">
          <ac:chgData name="Pulkit Bhandari" userId="7ab99e1f-6ee8-4f66-923c-3cadeb5fdc08" providerId="ADAL" clId="{01652112-53E4-4AEE-8EF8-F71FBC6DE788}" dt="2026-02-14T00:27:22.333" v="3455"/>
          <ac:picMkLst>
            <pc:docMk/>
            <pc:sldMk cId="2744952528" sldId="264"/>
            <ac:picMk id="46" creationId="{973F4DC5-204D-DDBD-3168-92E85888F2BC}"/>
          </ac:picMkLst>
        </pc:picChg>
        <pc:picChg chg="add mod">
          <ac:chgData name="Pulkit Bhandari" userId="7ab99e1f-6ee8-4f66-923c-3cadeb5fdc08" providerId="ADAL" clId="{01652112-53E4-4AEE-8EF8-F71FBC6DE788}" dt="2026-02-14T01:26:01.436" v="4113" actId="1076"/>
          <ac:picMkLst>
            <pc:docMk/>
            <pc:sldMk cId="2744952528" sldId="264"/>
            <ac:picMk id="64" creationId="{5E707847-4892-50F9-EFA4-2488BDB417BF}"/>
          </ac:picMkLst>
        </pc:picChg>
        <pc:picChg chg="add mod">
          <ac:chgData name="Pulkit Bhandari" userId="7ab99e1f-6ee8-4f66-923c-3cadeb5fdc08" providerId="ADAL" clId="{01652112-53E4-4AEE-8EF8-F71FBC6DE788}" dt="2026-02-14T01:36:48.677" v="4264" actId="1076"/>
          <ac:picMkLst>
            <pc:docMk/>
            <pc:sldMk cId="2744952528" sldId="264"/>
            <ac:picMk id="71" creationId="{8E2DEB09-DB2A-ADE9-8439-CE446515229C}"/>
          </ac:picMkLst>
        </pc:picChg>
        <pc:picChg chg="add mod">
          <ac:chgData name="Pulkit Bhandari" userId="7ab99e1f-6ee8-4f66-923c-3cadeb5fdc08" providerId="ADAL" clId="{01652112-53E4-4AEE-8EF8-F71FBC6DE788}" dt="2026-02-14T01:38:03.897" v="4271" actId="1036"/>
          <ac:picMkLst>
            <pc:docMk/>
            <pc:sldMk cId="2744952528" sldId="264"/>
            <ac:picMk id="73" creationId="{3A525FE6-1B41-64F8-44D1-7B8069E8ED97}"/>
          </ac:picMkLst>
        </pc:picChg>
        <pc:picChg chg="add mod">
          <ac:chgData name="Pulkit Bhandari" userId="7ab99e1f-6ee8-4f66-923c-3cadeb5fdc08" providerId="ADAL" clId="{01652112-53E4-4AEE-8EF8-F71FBC6DE788}" dt="2026-02-14T01:38:09.105" v="4275" actId="1036"/>
          <ac:picMkLst>
            <pc:docMk/>
            <pc:sldMk cId="2744952528" sldId="264"/>
            <ac:picMk id="75" creationId="{3E9B9559-C61F-C3CC-EC77-EC3AB3431CD1}"/>
          </ac:picMkLst>
        </pc:picChg>
        <pc:cxnChg chg="add mod">
          <ac:chgData name="Pulkit Bhandari" userId="7ab99e1f-6ee8-4f66-923c-3cadeb5fdc08" providerId="ADAL" clId="{01652112-53E4-4AEE-8EF8-F71FBC6DE788}" dt="2026-02-14T01:18:51.614" v="4063" actId="14100"/>
          <ac:cxnSpMkLst>
            <pc:docMk/>
            <pc:sldMk cId="2744952528" sldId="264"/>
            <ac:cxnSpMk id="52" creationId="{8C381027-72C3-F145-9E76-1C528167F909}"/>
          </ac:cxnSpMkLst>
        </pc:cxnChg>
        <pc:cxnChg chg="add mod">
          <ac:chgData name="Pulkit Bhandari" userId="7ab99e1f-6ee8-4f66-923c-3cadeb5fdc08" providerId="ADAL" clId="{01652112-53E4-4AEE-8EF8-F71FBC6DE788}" dt="2026-02-14T01:38:09.105" v="4275" actId="1036"/>
          <ac:cxnSpMkLst>
            <pc:docMk/>
            <pc:sldMk cId="2744952528" sldId="264"/>
            <ac:cxnSpMk id="53" creationId="{58CE67CC-7F4A-2E79-DC84-0A6B73A40C65}"/>
          </ac:cxnSpMkLst>
        </pc:cxnChg>
        <pc:cxnChg chg="add mod">
          <ac:chgData name="Pulkit Bhandari" userId="7ab99e1f-6ee8-4f66-923c-3cadeb5fdc08" providerId="ADAL" clId="{01652112-53E4-4AEE-8EF8-F71FBC6DE788}" dt="2026-02-14T01:38:03.897" v="4271" actId="1036"/>
          <ac:cxnSpMkLst>
            <pc:docMk/>
            <pc:sldMk cId="2744952528" sldId="264"/>
            <ac:cxnSpMk id="54" creationId="{A86A013C-D9DA-1F43-C02E-3FCB947ADF7F}"/>
          </ac:cxnSpMkLst>
        </pc:cxnChg>
      </pc:sldChg>
      <pc:sldChg chg="addSp delSp modSp add mod delAnim">
        <pc:chgData name="Pulkit Bhandari" userId="7ab99e1f-6ee8-4f66-923c-3cadeb5fdc08" providerId="ADAL" clId="{01652112-53E4-4AEE-8EF8-F71FBC6DE788}" dt="2026-02-18T05:01:07.988" v="4364" actId="478"/>
        <pc:sldMkLst>
          <pc:docMk/>
          <pc:sldMk cId="2174762421" sldId="265"/>
        </pc:sldMkLst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2" creationId="{65DD2815-96A1-0B7D-E4CC-EE009F8C959E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3" creationId="{EDCE36C0-1764-5712-9E9C-F8C1DB21FBB3}"/>
          </ac:spMkLst>
        </pc:spChg>
        <pc:spChg chg="add mod">
          <ac:chgData name="Pulkit Bhandari" userId="7ab99e1f-6ee8-4f66-923c-3cadeb5fdc08" providerId="ADAL" clId="{01652112-53E4-4AEE-8EF8-F71FBC6DE788}" dt="2026-02-10T19:48:32.809" v="933"/>
          <ac:spMkLst>
            <pc:docMk/>
            <pc:sldMk cId="2174762421" sldId="265"/>
            <ac:spMk id="4" creationId="{BEC335A2-AA8F-0C35-2EE8-30717AE2D13E}"/>
          </ac:spMkLst>
        </pc:spChg>
        <pc:spChg chg="add 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5" creationId="{0C0B4BA8-6F4E-A1DE-6696-E7DC839E9BC7}"/>
          </ac:spMkLst>
        </pc:spChg>
        <pc:spChg chg="add mod">
          <ac:chgData name="Pulkit Bhandari" userId="7ab99e1f-6ee8-4f66-923c-3cadeb5fdc08" providerId="ADAL" clId="{01652112-53E4-4AEE-8EF8-F71FBC6DE788}" dt="2026-02-14T15:24:49.518" v="4322"/>
          <ac:spMkLst>
            <pc:docMk/>
            <pc:sldMk cId="2174762421" sldId="265"/>
            <ac:spMk id="7" creationId="{72EB9F51-73E1-CB66-EB62-0CB34B423255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9" creationId="{AA67E7E0-DBF4-F06A-97E9-26B590CDD108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10" creationId="{87EAF26D-372F-4251-9012-894127CC0A04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11" creationId="{A5778F32-DEF7-D1EE-3777-B89B7E9C965D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13" creationId="{B12E860E-0A62-F117-9ED3-5A4D5F68EA46}"/>
          </ac:spMkLst>
        </pc:spChg>
        <pc:spChg chg="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14" creationId="{7D0CAC6E-404D-2784-6793-C1B0E02E5B71}"/>
          </ac:spMkLst>
        </pc:spChg>
        <pc:spChg chg="add mod">
          <ac:chgData name="Pulkit Bhandari" userId="7ab99e1f-6ee8-4f66-923c-3cadeb5fdc08" providerId="ADAL" clId="{01652112-53E4-4AEE-8EF8-F71FBC6DE788}" dt="2026-02-13T19:35:28.164" v="1845" actId="1036"/>
          <ac:spMkLst>
            <pc:docMk/>
            <pc:sldMk cId="2174762421" sldId="265"/>
            <ac:spMk id="15" creationId="{AD0E071C-B674-A01A-ADF4-09A6CE0A3715}"/>
          </ac:spMkLst>
        </pc:spChg>
        <pc:spChg chg="add mod">
          <ac:chgData name="Pulkit Bhandari" userId="7ab99e1f-6ee8-4f66-923c-3cadeb5fdc08" providerId="ADAL" clId="{01652112-53E4-4AEE-8EF8-F71FBC6DE788}" dt="2026-02-13T19:49:08.828" v="1912"/>
          <ac:spMkLst>
            <pc:docMk/>
            <pc:sldMk cId="2174762421" sldId="265"/>
            <ac:spMk id="20" creationId="{D1F07906-3EA9-3EED-37A0-4DE33D0555DF}"/>
          </ac:spMkLst>
        </pc:spChg>
        <pc:spChg chg="add mod">
          <ac:chgData name="Pulkit Bhandari" userId="7ab99e1f-6ee8-4f66-923c-3cadeb5fdc08" providerId="ADAL" clId="{01652112-53E4-4AEE-8EF8-F71FBC6DE788}" dt="2026-02-13T19:49:14.180" v="1913"/>
          <ac:spMkLst>
            <pc:docMk/>
            <pc:sldMk cId="2174762421" sldId="265"/>
            <ac:spMk id="21" creationId="{F9EB4222-18DB-BEA4-C961-32D0D918554F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25" creationId="{4610AE88-6C1B-6816-954B-703576B9341E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45" creationId="{7403C393-6633-8F45-28A7-35C6F42D2BAB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47" creationId="{AB97AAFE-BA78-2764-A989-B371B31CC711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48" creationId="{74B264F5-6CE5-CC33-E0AA-039728003268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49" creationId="{40102834-E794-47C7-FB70-1C457D558B83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50" creationId="{84077AAC-7CA0-7B8D-5E60-E0AD9E91873B}"/>
          </ac:spMkLst>
        </pc:spChg>
        <pc:spChg chg="add mod ord">
          <ac:chgData name="Pulkit Bhandari" userId="7ab99e1f-6ee8-4f66-923c-3cadeb5fdc08" providerId="ADAL" clId="{01652112-53E4-4AEE-8EF8-F71FBC6DE788}" dt="2026-02-13T22:20:37.396" v="2727" actId="1076"/>
          <ac:spMkLst>
            <pc:docMk/>
            <pc:sldMk cId="2174762421" sldId="265"/>
            <ac:spMk id="51" creationId="{9F3E58CC-F909-A1A2-CC53-850631922E19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52" creationId="{73390561-E5EE-58CF-22A7-359DE6E3CCC3}"/>
          </ac:spMkLst>
        </pc:spChg>
        <pc:spChg chg="add mod ord">
          <ac:chgData name="Pulkit Bhandari" userId="7ab99e1f-6ee8-4f66-923c-3cadeb5fdc08" providerId="ADAL" clId="{01652112-53E4-4AEE-8EF8-F71FBC6DE788}" dt="2026-02-13T20:10:15.128" v="2161" actId="1035"/>
          <ac:spMkLst>
            <pc:docMk/>
            <pc:sldMk cId="2174762421" sldId="265"/>
            <ac:spMk id="53" creationId="{4A9F937E-9F53-2865-26EF-E15CB329D7A6}"/>
          </ac:spMkLst>
        </pc:spChg>
        <pc:spChg chg="add mod">
          <ac:chgData name="Pulkit Bhandari" userId="7ab99e1f-6ee8-4f66-923c-3cadeb5fdc08" providerId="ADAL" clId="{01652112-53E4-4AEE-8EF8-F71FBC6DE788}" dt="2026-02-14T00:20:37.480" v="3410" actId="20577"/>
          <ac:spMkLst>
            <pc:docMk/>
            <pc:sldMk cId="2174762421" sldId="265"/>
            <ac:spMk id="56" creationId="{A3E7385E-8425-B3B1-22A6-48F29D432ED0}"/>
          </ac:spMkLst>
        </pc:spChg>
        <pc:graphicFrameChg chg="mod ord modGraphic">
          <ac:chgData name="Pulkit Bhandari" userId="7ab99e1f-6ee8-4f66-923c-3cadeb5fdc08" providerId="ADAL" clId="{01652112-53E4-4AEE-8EF8-F71FBC6DE788}" dt="2026-02-13T22:00:09.263" v="2500" actId="113"/>
          <ac:graphicFrameMkLst>
            <pc:docMk/>
            <pc:sldMk cId="2174762421" sldId="265"/>
            <ac:graphicFrameMk id="6" creationId="{160223BD-3446-616A-BA38-3B569035551C}"/>
          </ac:graphicFrameMkLst>
        </pc:graphicFrameChg>
        <pc:graphicFrameChg chg="add mod modGraphic">
          <ac:chgData name="Pulkit Bhandari" userId="7ab99e1f-6ee8-4f66-923c-3cadeb5fdc08" providerId="ADAL" clId="{01652112-53E4-4AEE-8EF8-F71FBC6DE788}" dt="2026-02-13T20:09:49.249" v="2146"/>
          <ac:graphicFrameMkLst>
            <pc:docMk/>
            <pc:sldMk cId="2174762421" sldId="265"/>
            <ac:graphicFrameMk id="17" creationId="{37F42D3A-8D60-5526-4A09-FCA6CF2B7660}"/>
          </ac:graphicFrameMkLst>
        </pc:graphicFrameChg>
        <pc:graphicFrameChg chg="add mod ord modGraphic">
          <ac:chgData name="Pulkit Bhandari" userId="7ab99e1f-6ee8-4f66-923c-3cadeb5fdc08" providerId="ADAL" clId="{01652112-53E4-4AEE-8EF8-F71FBC6DE788}" dt="2026-02-13T20:10:15.128" v="2161" actId="1035"/>
          <ac:graphicFrameMkLst>
            <pc:docMk/>
            <pc:sldMk cId="2174762421" sldId="265"/>
            <ac:graphicFrameMk id="18" creationId="{C0BA58AE-C998-670C-267C-431AD4F79CEA}"/>
          </ac:graphicFrameMkLst>
        </pc:graphicFrameChg>
        <pc:picChg chg="del mod">
          <ac:chgData name="Pulkit Bhandari" userId="7ab99e1f-6ee8-4f66-923c-3cadeb5fdc08" providerId="ADAL" clId="{01652112-53E4-4AEE-8EF8-F71FBC6DE788}" dt="2026-02-18T05:01:07.988" v="4364" actId="478"/>
          <ac:picMkLst>
            <pc:docMk/>
            <pc:sldMk cId="2174762421" sldId="265"/>
            <ac:picMk id="19" creationId="{5A00920C-792A-3E2E-0BC5-03197BA171F3}"/>
          </ac:picMkLst>
        </pc:picChg>
        <pc:picChg chg="add mod">
          <ac:chgData name="Pulkit Bhandari" userId="7ab99e1f-6ee8-4f66-923c-3cadeb5fdc08" providerId="ADAL" clId="{01652112-53E4-4AEE-8EF8-F71FBC6DE788}" dt="2026-02-13T19:48:53.153" v="1911"/>
          <ac:picMkLst>
            <pc:docMk/>
            <pc:sldMk cId="2174762421" sldId="265"/>
            <ac:picMk id="23" creationId="{0AC51C3D-AC0F-40C2-13DE-71F7C65E4F7A}"/>
          </ac:picMkLst>
        </pc:picChg>
        <pc:picChg chg="add mod">
          <ac:chgData name="Pulkit Bhandari" userId="7ab99e1f-6ee8-4f66-923c-3cadeb5fdc08" providerId="ADAL" clId="{01652112-53E4-4AEE-8EF8-F71FBC6DE788}" dt="2026-02-14T00:22:55.662" v="3432"/>
          <ac:picMkLst>
            <pc:docMk/>
            <pc:sldMk cId="2174762421" sldId="265"/>
            <ac:picMk id="57" creationId="{87A999A4-9968-DB3A-381C-F6D83E7627CE}"/>
          </ac:picMkLst>
        </pc:picChg>
        <pc:cxnChg chg="add mod ord">
          <ac:chgData name="Pulkit Bhandari" userId="7ab99e1f-6ee8-4f66-923c-3cadeb5fdc08" providerId="ADAL" clId="{01652112-53E4-4AEE-8EF8-F71FBC6DE788}" dt="2026-02-13T20:10:30.887" v="2163" actId="1038"/>
          <ac:cxnSpMkLst>
            <pc:docMk/>
            <pc:sldMk cId="2174762421" sldId="265"/>
            <ac:cxnSpMk id="54" creationId="{6D3185BF-3BBF-6CA6-ABE7-1B92D483BFFA}"/>
          </ac:cxnSpMkLst>
        </pc:cxnChg>
        <pc:cxnChg chg="add mod ord">
          <ac:chgData name="Pulkit Bhandari" userId="7ab99e1f-6ee8-4f66-923c-3cadeb5fdc08" providerId="ADAL" clId="{01652112-53E4-4AEE-8EF8-F71FBC6DE788}" dt="2026-02-13T20:05:02.083" v="2077" actId="170"/>
          <ac:cxnSpMkLst>
            <pc:docMk/>
            <pc:sldMk cId="2174762421" sldId="265"/>
            <ac:cxnSpMk id="55" creationId="{5D524754-889D-0685-7CDE-962A2BCA5E0E}"/>
          </ac:cxnSpMkLst>
        </pc:cxnChg>
      </pc:sldChg>
      <pc:sldChg chg="addSp delSp modSp mod delAnim">
        <pc:chgData name="Pulkit Bhandari" userId="7ab99e1f-6ee8-4f66-923c-3cadeb5fdc08" providerId="ADAL" clId="{01652112-53E4-4AEE-8EF8-F71FBC6DE788}" dt="2026-02-18T05:01:12.245" v="4366" actId="478"/>
        <pc:sldMkLst>
          <pc:docMk/>
          <pc:sldMk cId="678926638" sldId="268"/>
        </pc:sldMkLst>
        <pc:spChg chg="add mod">
          <ac:chgData name="Pulkit Bhandari" userId="7ab99e1f-6ee8-4f66-923c-3cadeb5fdc08" providerId="ADAL" clId="{01652112-53E4-4AEE-8EF8-F71FBC6DE788}" dt="2026-02-13T22:22:57.440" v="2750" actId="20577"/>
          <ac:spMkLst>
            <pc:docMk/>
            <pc:sldMk cId="678926638" sldId="268"/>
            <ac:spMk id="37" creationId="{AC2AC86B-267C-5FA0-BC3D-56CC350D31D1}"/>
          </ac:spMkLst>
        </pc:spChg>
        <pc:spChg chg="add mod">
          <ac:chgData name="Pulkit Bhandari" userId="7ab99e1f-6ee8-4f66-923c-3cadeb5fdc08" providerId="ADAL" clId="{01652112-53E4-4AEE-8EF8-F71FBC6DE788}" dt="2026-02-13T22:23:14.378" v="2751"/>
          <ac:spMkLst>
            <pc:docMk/>
            <pc:sldMk cId="678926638" sldId="268"/>
            <ac:spMk id="39" creationId="{F5EE984A-EC25-942C-0552-A2849CA844FB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4" creationId="{E3BD36DB-C5A0-E172-C7F5-129606265689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5" creationId="{87544C4C-DD51-245C-857F-411B235987F8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6" creationId="{F7FC1AFF-8E12-89B5-3BE9-28AC55BCC41F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7" creationId="{2CFACCE8-76E9-A6EA-74FC-C0D25D6E1E75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8" creationId="{0F395AE3-3A97-87FC-E754-10CE07B71F5A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59" creationId="{C5EDF9FC-5056-07C9-58D9-01A224E51139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61" creationId="{CC542EB8-2325-B9A8-ABAD-A1F180FC3830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62" creationId="{2113AA95-C7F7-3983-CFAA-C2A3DD59A9F7}"/>
          </ac:spMkLst>
        </pc:spChg>
        <pc:spChg chg="add mod">
          <ac:chgData name="Pulkit Bhandari" userId="7ab99e1f-6ee8-4f66-923c-3cadeb5fdc08" providerId="ADAL" clId="{01652112-53E4-4AEE-8EF8-F71FBC6DE788}" dt="2026-02-13T22:23:57.551" v="2752"/>
          <ac:spMkLst>
            <pc:docMk/>
            <pc:sldMk cId="678926638" sldId="268"/>
            <ac:spMk id="63" creationId="{BCAA75B3-C838-72E5-D7C5-EB6604CB61A2}"/>
          </ac:spMkLst>
        </pc:spChg>
        <pc:spChg chg="add mod">
          <ac:chgData name="Pulkit Bhandari" userId="7ab99e1f-6ee8-4f66-923c-3cadeb5fdc08" providerId="ADAL" clId="{01652112-53E4-4AEE-8EF8-F71FBC6DE788}" dt="2026-02-14T15:25:01.267" v="4335"/>
          <ac:spMkLst>
            <pc:docMk/>
            <pc:sldMk cId="678926638" sldId="268"/>
            <ac:spMk id="64" creationId="{A1B4E7BC-D766-2753-52C5-A21655C7DB50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67" creationId="{28C39D2C-97D4-DABC-A798-6AF9D17952C7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68" creationId="{0DEEC75C-D5AD-077A-EE0D-CED21C66A6E2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69" creationId="{4756398D-2044-5EAB-0C25-C682D35B9241}"/>
          </ac:spMkLst>
        </pc:spChg>
        <pc:spChg chg="add mod">
          <ac:chgData name="Pulkit Bhandari" userId="7ab99e1f-6ee8-4f66-923c-3cadeb5fdc08" providerId="ADAL" clId="{01652112-53E4-4AEE-8EF8-F71FBC6DE788}" dt="2026-02-13T22:33:58.437" v="2996" actId="465"/>
          <ac:spMkLst>
            <pc:docMk/>
            <pc:sldMk cId="678926638" sldId="268"/>
            <ac:spMk id="70" creationId="{97765375-6159-0EA5-4DA9-067F48FE2DFC}"/>
          </ac:spMkLst>
        </pc:spChg>
        <pc:spChg chg="add del mod">
          <ac:chgData name="Pulkit Bhandari" userId="7ab99e1f-6ee8-4f66-923c-3cadeb5fdc08" providerId="ADAL" clId="{01652112-53E4-4AEE-8EF8-F71FBC6DE788}" dt="2026-02-13T22:33:58.437" v="2996" actId="465"/>
          <ac:spMkLst>
            <pc:docMk/>
            <pc:sldMk cId="678926638" sldId="268"/>
            <ac:spMk id="71" creationId="{E30403B1-2848-A4B9-7278-8CF9A7D0B186}"/>
          </ac:spMkLst>
        </pc:spChg>
        <pc:spChg chg="add mod">
          <ac:chgData name="Pulkit Bhandari" userId="7ab99e1f-6ee8-4f66-923c-3cadeb5fdc08" providerId="ADAL" clId="{01652112-53E4-4AEE-8EF8-F71FBC6DE788}" dt="2026-02-13T22:44:53.438" v="3137" actId="255"/>
          <ac:spMkLst>
            <pc:docMk/>
            <pc:sldMk cId="678926638" sldId="268"/>
            <ac:spMk id="72" creationId="{4C973AF7-6A36-3109-FC03-4400F110AC92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73" creationId="{B5351A04-9921-5CBB-91F0-CBD41273B9F4}"/>
          </ac:spMkLst>
        </pc:spChg>
        <pc:spChg chg="add mod">
          <ac:chgData name="Pulkit Bhandari" userId="7ab99e1f-6ee8-4f66-923c-3cadeb5fdc08" providerId="ADAL" clId="{01652112-53E4-4AEE-8EF8-F71FBC6DE788}" dt="2026-02-13T22:44:53.438" v="3137" actId="255"/>
          <ac:spMkLst>
            <pc:docMk/>
            <pc:sldMk cId="678926638" sldId="268"/>
            <ac:spMk id="74" creationId="{C7F7C6DA-4414-F8DA-6A2F-DC90D3DA084A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75" creationId="{82F605DD-62B4-623D-48F0-21448B408096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76" creationId="{C58CD760-CCA7-44A7-89D4-51A751801FFE}"/>
          </ac:spMkLst>
        </pc:spChg>
        <pc:spChg chg="add mod">
          <ac:chgData name="Pulkit Bhandari" userId="7ab99e1f-6ee8-4f66-923c-3cadeb5fdc08" providerId="ADAL" clId="{01652112-53E4-4AEE-8EF8-F71FBC6DE788}" dt="2026-02-13T22:40:52.209" v="3096" actId="113"/>
          <ac:spMkLst>
            <pc:docMk/>
            <pc:sldMk cId="678926638" sldId="268"/>
            <ac:spMk id="80" creationId="{E647704A-56E9-ABAC-5352-CFD9C5AAF4AE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87" creationId="{926E869C-F9F7-5AC7-C013-622112767B1E}"/>
          </ac:spMkLst>
        </pc:spChg>
        <pc:spChg chg="add mod">
          <ac:chgData name="Pulkit Bhandari" userId="7ab99e1f-6ee8-4f66-923c-3cadeb5fdc08" providerId="ADAL" clId="{01652112-53E4-4AEE-8EF8-F71FBC6DE788}" dt="2026-02-13T22:40:52.209" v="3096" actId="113"/>
          <ac:spMkLst>
            <pc:docMk/>
            <pc:sldMk cId="678926638" sldId="268"/>
            <ac:spMk id="88" creationId="{FA90B1B8-DBA3-508E-D309-30BF1D28843B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89" creationId="{682FF8C4-A51D-43AC-1396-A2AA2CD77B18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90" creationId="{0F469441-190E-094F-C993-CBC808D5940D}"/>
          </ac:spMkLst>
        </pc:spChg>
        <pc:spChg chg="add del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91" creationId="{84247C39-39CE-2FC9-9C70-7C9C7E6C044B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92" creationId="{CBB6DC27-9F9F-A689-2DF3-DBE35AF8A910}"/>
          </ac:spMkLst>
        </pc:spChg>
        <pc:spChg chg="add mod">
          <ac:chgData name="Pulkit Bhandari" userId="7ab99e1f-6ee8-4f66-923c-3cadeb5fdc08" providerId="ADAL" clId="{01652112-53E4-4AEE-8EF8-F71FBC6DE788}" dt="2026-02-13T22:35:11.152" v="3015" actId="164"/>
          <ac:spMkLst>
            <pc:docMk/>
            <pc:sldMk cId="678926638" sldId="268"/>
            <ac:spMk id="97" creationId="{C59F6410-6AAC-FAAE-CE4F-E59E37094A9F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99" creationId="{E5186131-8F88-F861-90FA-C4EAC1F753DD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104" creationId="{4EB2D8B7-0C9F-4CC8-138C-AAB76D627528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105" creationId="{B2B15DBC-EDBD-797D-3FC8-A3351474DD8C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106" creationId="{FECCB228-C4DB-4EE2-75DC-9C8FD3EF7E0B}"/>
          </ac:spMkLst>
        </pc:spChg>
        <pc:spChg chg="add mod">
          <ac:chgData name="Pulkit Bhandari" userId="7ab99e1f-6ee8-4f66-923c-3cadeb5fdc08" providerId="ADAL" clId="{01652112-53E4-4AEE-8EF8-F71FBC6DE788}" dt="2026-02-13T22:45:00.519" v="3144" actId="1036"/>
          <ac:spMkLst>
            <pc:docMk/>
            <pc:sldMk cId="678926638" sldId="268"/>
            <ac:spMk id="107" creationId="{B44D653C-1271-A0EE-FEA3-EABBEA8EFEBD}"/>
          </ac:spMkLst>
        </pc:spChg>
        <pc:spChg chg="add mod">
          <ac:chgData name="Pulkit Bhandari" userId="7ab99e1f-6ee8-4f66-923c-3cadeb5fdc08" providerId="ADAL" clId="{01652112-53E4-4AEE-8EF8-F71FBC6DE788}" dt="2026-02-13T22:44:33.366" v="3134" actId="255"/>
          <ac:spMkLst>
            <pc:docMk/>
            <pc:sldMk cId="678926638" sldId="268"/>
            <ac:spMk id="108" creationId="{1CA755A5-A5A8-6E38-EE89-B39C16CB2F52}"/>
          </ac:spMkLst>
        </pc:spChg>
        <pc:spChg chg="add mod">
          <ac:chgData name="Pulkit Bhandari" userId="7ab99e1f-6ee8-4f66-923c-3cadeb5fdc08" providerId="ADAL" clId="{01652112-53E4-4AEE-8EF8-F71FBC6DE788}" dt="2026-02-14T00:20:58.595" v="3416" actId="20577"/>
          <ac:spMkLst>
            <pc:docMk/>
            <pc:sldMk cId="678926638" sldId="268"/>
            <ac:spMk id="111" creationId="{990AFE02-52FE-6DDD-174D-2857D61A6856}"/>
          </ac:spMkLst>
        </pc:spChg>
        <pc:grpChg chg="add del mod">
          <ac:chgData name="Pulkit Bhandari" userId="7ab99e1f-6ee8-4f66-923c-3cadeb5fdc08" providerId="ADAL" clId="{01652112-53E4-4AEE-8EF8-F71FBC6DE788}" dt="2026-02-13T22:37:26.073" v="3049" actId="12788"/>
          <ac:grpSpMkLst>
            <pc:docMk/>
            <pc:sldMk cId="678926638" sldId="268"/>
            <ac:grpSpMk id="101" creationId="{4736105D-8B85-274A-4F5A-B63D8DE357AF}"/>
          </ac:grpSpMkLst>
        </pc:grpChg>
        <pc:grpChg chg="add mod">
          <ac:chgData name="Pulkit Bhandari" userId="7ab99e1f-6ee8-4f66-923c-3cadeb5fdc08" providerId="ADAL" clId="{01652112-53E4-4AEE-8EF8-F71FBC6DE788}" dt="2026-02-13T22:38:08.116" v="3053" actId="12788"/>
          <ac:grpSpMkLst>
            <pc:docMk/>
            <pc:sldMk cId="678926638" sldId="268"/>
            <ac:grpSpMk id="102" creationId="{515FA80C-57EC-0CE3-F276-EACC9251E74D}"/>
          </ac:grpSpMkLst>
        </pc:grpChg>
        <pc:grpChg chg="add mod">
          <ac:chgData name="Pulkit Bhandari" userId="7ab99e1f-6ee8-4f66-923c-3cadeb5fdc08" providerId="ADAL" clId="{01652112-53E4-4AEE-8EF8-F71FBC6DE788}" dt="2026-02-13T22:38:01.495" v="3052" actId="12788"/>
          <ac:grpSpMkLst>
            <pc:docMk/>
            <pc:sldMk cId="678926638" sldId="268"/>
            <ac:grpSpMk id="103" creationId="{215DD084-EA38-640D-D3AC-3023E4C7CA69}"/>
          </ac:grpSpMkLst>
        </pc:grpChg>
        <pc:picChg chg="del mod">
          <ac:chgData name="Pulkit Bhandari" userId="7ab99e1f-6ee8-4f66-923c-3cadeb5fdc08" providerId="ADAL" clId="{01652112-53E4-4AEE-8EF8-F71FBC6DE788}" dt="2026-02-18T05:01:12.245" v="4366" actId="478"/>
          <ac:picMkLst>
            <pc:docMk/>
            <pc:sldMk cId="678926638" sldId="268"/>
            <ac:picMk id="3" creationId="{B7B4F934-5134-AB65-1912-8917F2554001}"/>
          </ac:picMkLst>
        </pc:picChg>
        <pc:picChg chg="add mod">
          <ac:chgData name="Pulkit Bhandari" userId="7ab99e1f-6ee8-4f66-923c-3cadeb5fdc08" providerId="ADAL" clId="{01652112-53E4-4AEE-8EF8-F71FBC6DE788}" dt="2026-02-13T22:22:27.298" v="2734"/>
          <ac:picMkLst>
            <pc:docMk/>
            <pc:sldMk cId="678926638" sldId="268"/>
            <ac:picMk id="53" creationId="{7EAFA8B5-445C-D409-7147-C81BAEE28304}"/>
          </ac:picMkLst>
        </pc:picChg>
        <pc:picChg chg="add mod">
          <ac:chgData name="Pulkit Bhandari" userId="7ab99e1f-6ee8-4f66-923c-3cadeb5fdc08" providerId="ADAL" clId="{01652112-53E4-4AEE-8EF8-F71FBC6DE788}" dt="2026-02-13T22:35:07.897" v="3014" actId="164"/>
          <ac:picMkLst>
            <pc:docMk/>
            <pc:sldMk cId="678926638" sldId="268"/>
            <ac:picMk id="95" creationId="{D3CA2A20-28EC-E698-3B21-365AEA616719}"/>
          </ac:picMkLst>
        </pc:picChg>
        <pc:picChg chg="add mod">
          <ac:chgData name="Pulkit Bhandari" userId="7ab99e1f-6ee8-4f66-923c-3cadeb5fdc08" providerId="ADAL" clId="{01652112-53E4-4AEE-8EF8-F71FBC6DE788}" dt="2026-02-13T22:35:11.152" v="3015" actId="164"/>
          <ac:picMkLst>
            <pc:docMk/>
            <pc:sldMk cId="678926638" sldId="268"/>
            <ac:picMk id="98" creationId="{A36CABD6-0460-D9CD-6B68-2FF008D8C6F4}"/>
          </ac:picMkLst>
        </pc:picChg>
        <pc:picChg chg="add mod">
          <ac:chgData name="Pulkit Bhandari" userId="7ab99e1f-6ee8-4f66-923c-3cadeb5fdc08" providerId="ADAL" clId="{01652112-53E4-4AEE-8EF8-F71FBC6DE788}" dt="2026-02-13T22:32:58.883" v="2977" actId="2085"/>
          <ac:picMkLst>
            <pc:docMk/>
            <pc:sldMk cId="678926638" sldId="268"/>
            <ac:picMk id="100" creationId="{E984122B-AC62-340E-69E6-DAF3945AE4A8}"/>
          </ac:picMkLst>
        </pc:picChg>
        <pc:picChg chg="add mod">
          <ac:chgData name="Pulkit Bhandari" userId="7ab99e1f-6ee8-4f66-923c-3cadeb5fdc08" providerId="ADAL" clId="{01652112-53E4-4AEE-8EF8-F71FBC6DE788}" dt="2026-02-14T00:22:59.357" v="3434"/>
          <ac:picMkLst>
            <pc:docMk/>
            <pc:sldMk cId="678926638" sldId="268"/>
            <ac:picMk id="112" creationId="{E4424D02-8403-EBD7-98D5-4A598E208258}"/>
          </ac:picMkLst>
        </pc:picChg>
        <pc:cxnChg chg="add mod">
          <ac:chgData name="Pulkit Bhandari" userId="7ab99e1f-6ee8-4f66-923c-3cadeb5fdc08" providerId="ADAL" clId="{01652112-53E4-4AEE-8EF8-F71FBC6DE788}" dt="2026-02-13T22:33:43.786" v="2994" actId="14100"/>
          <ac:cxnSpMkLst>
            <pc:docMk/>
            <pc:sldMk cId="678926638" sldId="268"/>
            <ac:cxnSpMk id="66" creationId="{4BBE0F21-7FF2-19FE-9D0F-7288791CE171}"/>
          </ac:cxnSpMkLst>
        </pc:cxnChg>
      </pc:sldChg>
      <pc:sldChg chg="addSp delSp modSp mod delAnim">
        <pc:chgData name="Pulkit Bhandari" userId="7ab99e1f-6ee8-4f66-923c-3cadeb5fdc08" providerId="ADAL" clId="{01652112-53E4-4AEE-8EF8-F71FBC6DE788}" dt="2026-02-18T05:01:05.927" v="4363" actId="478"/>
        <pc:sldMkLst>
          <pc:docMk/>
          <pc:sldMk cId="824487635" sldId="269"/>
        </pc:sldMkLst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2" creationId="{DB1EDECA-4BFB-79FC-57EB-5BBC23C40BCC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3" creationId="{E7CBCC82-C69E-4E71-9C4E-FA346F158DA0}"/>
          </ac:spMkLst>
        </pc:spChg>
        <pc:spChg chg="add mod">
          <ac:chgData name="Pulkit Bhandari" userId="7ab99e1f-6ee8-4f66-923c-3cadeb5fdc08" providerId="ADAL" clId="{01652112-53E4-4AEE-8EF8-F71FBC6DE788}" dt="2026-02-14T15:24:48.032" v="4321"/>
          <ac:spMkLst>
            <pc:docMk/>
            <pc:sldMk cId="824487635" sldId="269"/>
            <ac:spMk id="4" creationId="{91E62512-ACF9-F485-29D7-CA681C1E97EA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6" creationId="{1E2BFA72-4831-E89F-CCA4-A8E1807F723C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7" creationId="{E9F7FBC4-14A8-859D-F54C-007C4BD17DD3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9" creationId="{75A6AC15-D2AD-8C25-DE08-FDB05B2B3498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10" creationId="{9B3C5CF7-BA05-3231-26FD-94AD5B6C8199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11" creationId="{22FC42C1-0588-6B3F-1F36-BEB9BAF01E45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12" creationId="{2EB6B758-A5AB-8E6D-FDA3-7AA64F321CFA}"/>
          </ac:spMkLst>
        </pc:spChg>
        <pc:spChg chg="mod">
          <ac:chgData name="Pulkit Bhandari" userId="7ab99e1f-6ee8-4f66-923c-3cadeb5fdc08" providerId="ADAL" clId="{01652112-53E4-4AEE-8EF8-F71FBC6DE788}" dt="2026-02-13T19:35:23.255" v="1840" actId="1036"/>
          <ac:spMkLst>
            <pc:docMk/>
            <pc:sldMk cId="824487635" sldId="269"/>
            <ac:spMk id="13" creationId="{8BF4EC2E-3CEC-75D8-3C6B-359F11D3955A}"/>
          </ac:spMkLst>
        </pc:spChg>
        <pc:spChg chg="add mod">
          <ac:chgData name="Pulkit Bhandari" userId="7ab99e1f-6ee8-4f66-923c-3cadeb5fdc08" providerId="ADAL" clId="{01652112-53E4-4AEE-8EF8-F71FBC6DE788}" dt="2026-02-14T00:18:26.925" v="3385" actId="12788"/>
          <ac:spMkLst>
            <pc:docMk/>
            <pc:sldMk cId="824487635" sldId="269"/>
            <ac:spMk id="18" creationId="{CB9B8BC7-BD54-A41F-9CAB-28FB108F21DE}"/>
          </ac:spMkLst>
        </pc:spChg>
        <pc:spChg chg="mod">
          <ac:chgData name="Pulkit Bhandari" userId="7ab99e1f-6ee8-4f66-923c-3cadeb5fdc08" providerId="ADAL" clId="{01652112-53E4-4AEE-8EF8-F71FBC6DE788}" dt="2026-02-14T00:34:03.436" v="3524" actId="1076"/>
          <ac:spMkLst>
            <pc:docMk/>
            <pc:sldMk cId="824487635" sldId="269"/>
            <ac:spMk id="19" creationId="{DA158C58-2C28-EBAF-110C-1A5B790BC5D1}"/>
          </ac:spMkLst>
        </pc:spChg>
        <pc:spChg chg="add mod">
          <ac:chgData name="Pulkit Bhandari" userId="7ab99e1f-6ee8-4f66-923c-3cadeb5fdc08" providerId="ADAL" clId="{01652112-53E4-4AEE-8EF8-F71FBC6DE788}" dt="2026-02-14T00:14:26.868" v="3321"/>
          <ac:spMkLst>
            <pc:docMk/>
            <pc:sldMk cId="824487635" sldId="269"/>
            <ac:spMk id="21" creationId="{C0B5736C-53A5-F688-1C39-0AF9E7E9D16A}"/>
          </ac:spMkLst>
        </pc:spChg>
        <pc:spChg chg="mod">
          <ac:chgData name="Pulkit Bhandari" userId="7ab99e1f-6ee8-4f66-923c-3cadeb5fdc08" providerId="ADAL" clId="{01652112-53E4-4AEE-8EF8-F71FBC6DE788}" dt="2026-02-14T00:34:16.612" v="3526" actId="1076"/>
          <ac:spMkLst>
            <pc:docMk/>
            <pc:sldMk cId="824487635" sldId="269"/>
            <ac:spMk id="22" creationId="{CD56EC40-E3BC-7DC0-6A77-F1797A08109E}"/>
          </ac:spMkLst>
        </pc:spChg>
        <pc:spChg chg="add mod">
          <ac:chgData name="Pulkit Bhandari" userId="7ab99e1f-6ee8-4f66-923c-3cadeb5fdc08" providerId="ADAL" clId="{01652112-53E4-4AEE-8EF8-F71FBC6DE788}" dt="2026-02-14T00:14:18.300" v="3319"/>
          <ac:spMkLst>
            <pc:docMk/>
            <pc:sldMk cId="824487635" sldId="269"/>
            <ac:spMk id="23" creationId="{2A75E190-B418-4C6D-530B-8145011527EB}"/>
          </ac:spMkLst>
        </pc:spChg>
        <pc:spChg chg="add del mod">
          <ac:chgData name="Pulkit Bhandari" userId="7ab99e1f-6ee8-4f66-923c-3cadeb5fdc08" providerId="ADAL" clId="{01652112-53E4-4AEE-8EF8-F71FBC6DE788}" dt="2026-02-14T00:33:57.510" v="3523" actId="1076"/>
          <ac:spMkLst>
            <pc:docMk/>
            <pc:sldMk cId="824487635" sldId="269"/>
            <ac:spMk id="24" creationId="{185494F8-701D-0F0E-C525-FFA7E7D23540}"/>
          </ac:spMkLst>
        </pc:spChg>
        <pc:spChg chg="mod">
          <ac:chgData name="Pulkit Bhandari" userId="7ab99e1f-6ee8-4f66-923c-3cadeb5fdc08" providerId="ADAL" clId="{01652112-53E4-4AEE-8EF8-F71FBC6DE788}" dt="2026-02-14T00:33:50.516" v="3522" actId="465"/>
          <ac:spMkLst>
            <pc:docMk/>
            <pc:sldMk cId="824487635" sldId="269"/>
            <ac:spMk id="26" creationId="{4C45B630-718B-EFBB-54D1-60EB0676E2C5}"/>
          </ac:spMkLst>
        </pc:spChg>
        <pc:spChg chg="mod">
          <ac:chgData name="Pulkit Bhandari" userId="7ab99e1f-6ee8-4f66-923c-3cadeb5fdc08" providerId="ADAL" clId="{01652112-53E4-4AEE-8EF8-F71FBC6DE788}" dt="2026-02-14T00:33:50.516" v="3522" actId="465"/>
          <ac:spMkLst>
            <pc:docMk/>
            <pc:sldMk cId="824487635" sldId="269"/>
            <ac:spMk id="28" creationId="{4E43387A-179F-9723-3C3D-38C1676C8C86}"/>
          </ac:spMkLst>
        </pc:spChg>
        <pc:spChg chg="mod">
          <ac:chgData name="Pulkit Bhandari" userId="7ab99e1f-6ee8-4f66-923c-3cadeb5fdc08" providerId="ADAL" clId="{01652112-53E4-4AEE-8EF8-F71FBC6DE788}" dt="2026-02-14T00:33:50.516" v="3522" actId="465"/>
          <ac:spMkLst>
            <pc:docMk/>
            <pc:sldMk cId="824487635" sldId="269"/>
            <ac:spMk id="29" creationId="{87956524-0AE7-E5C3-6172-0B6E370D2332}"/>
          </ac:spMkLst>
        </pc:spChg>
        <pc:spChg chg="mod">
          <ac:chgData name="Pulkit Bhandari" userId="7ab99e1f-6ee8-4f66-923c-3cadeb5fdc08" providerId="ADAL" clId="{01652112-53E4-4AEE-8EF8-F71FBC6DE788}" dt="2026-02-14T00:25:31.107" v="3443" actId="207"/>
          <ac:spMkLst>
            <pc:docMk/>
            <pc:sldMk cId="824487635" sldId="269"/>
            <ac:spMk id="30" creationId="{2C493B62-A3C3-34A2-6034-93BDA1D7A120}"/>
          </ac:spMkLst>
        </pc:spChg>
        <pc:spChg chg="mod">
          <ac:chgData name="Pulkit Bhandari" userId="7ab99e1f-6ee8-4f66-923c-3cadeb5fdc08" providerId="ADAL" clId="{01652112-53E4-4AEE-8EF8-F71FBC6DE788}" dt="2026-02-14T00:25:31.107" v="3443" actId="207"/>
          <ac:spMkLst>
            <pc:docMk/>
            <pc:sldMk cId="824487635" sldId="269"/>
            <ac:spMk id="32" creationId="{37473BBD-3593-C74E-57AA-B531A29F773F}"/>
          </ac:spMkLst>
        </pc:spChg>
        <pc:spChg chg="add mod">
          <ac:chgData name="Pulkit Bhandari" userId="7ab99e1f-6ee8-4f66-923c-3cadeb5fdc08" providerId="ADAL" clId="{01652112-53E4-4AEE-8EF8-F71FBC6DE788}" dt="2026-02-14T00:20:30.691" v="3408" actId="20577"/>
          <ac:spMkLst>
            <pc:docMk/>
            <pc:sldMk cId="824487635" sldId="269"/>
            <ac:spMk id="34" creationId="{E7723D52-9E2E-FE46-3E90-D40B5AB333BF}"/>
          </ac:spMkLst>
        </pc:spChg>
        <pc:spChg chg="mod">
          <ac:chgData name="Pulkit Bhandari" userId="7ab99e1f-6ee8-4f66-923c-3cadeb5fdc08" providerId="ADAL" clId="{01652112-53E4-4AEE-8EF8-F71FBC6DE788}" dt="2026-02-14T00:25:31.107" v="3443" actId="207"/>
          <ac:spMkLst>
            <pc:docMk/>
            <pc:sldMk cId="824487635" sldId="269"/>
            <ac:spMk id="36" creationId="{051CBE2B-3CE9-D952-9592-4047C74245BC}"/>
          </ac:spMkLst>
        </pc:spChg>
        <pc:spChg chg="mod">
          <ac:chgData name="Pulkit Bhandari" userId="7ab99e1f-6ee8-4f66-923c-3cadeb5fdc08" providerId="ADAL" clId="{01652112-53E4-4AEE-8EF8-F71FBC6DE788}" dt="2026-02-14T00:25:31.107" v="3443" actId="207"/>
          <ac:spMkLst>
            <pc:docMk/>
            <pc:sldMk cId="824487635" sldId="269"/>
            <ac:spMk id="38" creationId="{C5AAF777-CD86-235E-E494-4217CBE1CC5F}"/>
          </ac:spMkLst>
        </pc:spChg>
        <pc:picChg chg="del mod">
          <ac:chgData name="Pulkit Bhandari" userId="7ab99e1f-6ee8-4f66-923c-3cadeb5fdc08" providerId="ADAL" clId="{01652112-53E4-4AEE-8EF8-F71FBC6DE788}" dt="2026-02-18T05:01:05.927" v="4363" actId="478"/>
          <ac:picMkLst>
            <pc:docMk/>
            <pc:sldMk cId="824487635" sldId="269"/>
            <ac:picMk id="25" creationId="{3A6BF05A-A6A1-D314-139B-C3F68E09C862}"/>
          </ac:picMkLst>
        </pc:picChg>
        <pc:picChg chg="add mod">
          <ac:chgData name="Pulkit Bhandari" userId="7ab99e1f-6ee8-4f66-923c-3cadeb5fdc08" providerId="ADAL" clId="{01652112-53E4-4AEE-8EF8-F71FBC6DE788}" dt="2026-02-14T00:14:14.220" v="3318"/>
          <ac:picMkLst>
            <pc:docMk/>
            <pc:sldMk cId="824487635" sldId="269"/>
            <ac:picMk id="31" creationId="{343835AE-8047-D37F-4542-2B75996CE00D}"/>
          </ac:picMkLst>
        </pc:picChg>
        <pc:picChg chg="add mod">
          <ac:chgData name="Pulkit Bhandari" userId="7ab99e1f-6ee8-4f66-923c-3cadeb5fdc08" providerId="ADAL" clId="{01652112-53E4-4AEE-8EF8-F71FBC6DE788}" dt="2026-02-14T00:22:54.250" v="3431"/>
          <ac:picMkLst>
            <pc:docMk/>
            <pc:sldMk cId="824487635" sldId="269"/>
            <ac:picMk id="35" creationId="{561CD184-0E94-2FD7-4DA7-89313826F94B}"/>
          </ac:picMkLst>
        </pc:picChg>
        <pc:cxnChg chg="mod">
          <ac:chgData name="Pulkit Bhandari" userId="7ab99e1f-6ee8-4f66-923c-3cadeb5fdc08" providerId="ADAL" clId="{01652112-53E4-4AEE-8EF8-F71FBC6DE788}" dt="2026-02-14T00:33:50.516" v="3522" actId="465"/>
          <ac:cxnSpMkLst>
            <pc:docMk/>
            <pc:sldMk cId="824487635" sldId="269"/>
            <ac:cxnSpMk id="48" creationId="{D139ED37-F220-C195-4727-15A70A48CB60}"/>
          </ac:cxnSpMkLst>
        </pc:cxnChg>
        <pc:cxnChg chg="mod">
          <ac:chgData name="Pulkit Bhandari" userId="7ab99e1f-6ee8-4f66-923c-3cadeb5fdc08" providerId="ADAL" clId="{01652112-53E4-4AEE-8EF8-F71FBC6DE788}" dt="2026-02-14T00:33:50.516" v="3522" actId="465"/>
          <ac:cxnSpMkLst>
            <pc:docMk/>
            <pc:sldMk cId="824487635" sldId="269"/>
            <ac:cxnSpMk id="49" creationId="{1DEDBA10-CF9E-18E9-5730-F914E79C7FFB}"/>
          </ac:cxnSpMkLst>
        </pc:cxnChg>
      </pc:sldChg>
      <pc:sldChg chg="addSp delSp modSp add mod ord delAnim">
        <pc:chgData name="Pulkit Bhandari" userId="7ab99e1f-6ee8-4f66-923c-3cadeb5fdc08" providerId="ADAL" clId="{01652112-53E4-4AEE-8EF8-F71FBC6DE788}" dt="2026-02-18T05:01:10.225" v="4365" actId="478"/>
        <pc:sldMkLst>
          <pc:docMk/>
          <pc:sldMk cId="3949732182" sldId="270"/>
        </pc:sldMkLst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2" creationId="{87B72D86-E6D3-8ED0-C286-5BA9CAAE7A58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3" creationId="{F8C4198E-9FE9-C270-C1DB-AC30A75E49C1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4" creationId="{DDBC300C-BB2F-C4AE-1709-774FC774F961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5" creationId="{E19A5CAB-B0A6-5773-160C-0F33E0D1DA1D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6" creationId="{8B5263F3-1292-A69B-8C02-E8CD835B7B7B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7" creationId="{30A76FFA-29BB-3EE5-94BF-DF68B4E88CB6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10" creationId="{3F6A37B2-C4CF-689C-FB1A-19ABB99CF493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11" creationId="{12DA65A7-1154-0351-BF81-ED1640A53449}"/>
          </ac:spMkLst>
        </pc:spChg>
        <pc:spChg chg="mod">
          <ac:chgData name="Pulkit Bhandari" userId="7ab99e1f-6ee8-4f66-923c-3cadeb5fdc08" providerId="ADAL" clId="{01652112-53E4-4AEE-8EF8-F71FBC6DE788}" dt="2026-02-14T15:24:55.435" v="4334" actId="20577"/>
          <ac:spMkLst>
            <pc:docMk/>
            <pc:sldMk cId="3949732182" sldId="270"/>
            <ac:spMk id="12" creationId="{83BFA80E-E269-30B8-3661-C2F1F357A4C8}"/>
          </ac:spMkLst>
        </pc:spChg>
        <pc:spChg chg="mod">
          <ac:chgData name="Pulkit Bhandari" userId="7ab99e1f-6ee8-4f66-923c-3cadeb5fdc08" providerId="ADAL" clId="{01652112-53E4-4AEE-8EF8-F71FBC6DE788}" dt="2026-02-13T19:35:41.784" v="1855" actId="1036"/>
          <ac:spMkLst>
            <pc:docMk/>
            <pc:sldMk cId="3949732182" sldId="270"/>
            <ac:spMk id="14" creationId="{D635297B-5D41-0202-6396-BEDF13133545}"/>
          </ac:spMkLst>
        </pc:spChg>
        <pc:spChg chg="mod or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17" creationId="{1516A22F-6CED-A5D2-4BBC-61B4882360CD}"/>
          </ac:spMkLst>
        </pc:spChg>
        <pc:spChg chg="mod ord">
          <ac:chgData name="Pulkit Bhandari" userId="7ab99e1f-6ee8-4f66-923c-3cadeb5fdc08" providerId="ADAL" clId="{01652112-53E4-4AEE-8EF8-F71FBC6DE788}" dt="2026-02-13T19:03:13.104" v="1470" actId="1036"/>
          <ac:spMkLst>
            <pc:docMk/>
            <pc:sldMk cId="3949732182" sldId="270"/>
            <ac:spMk id="20" creationId="{CB2E843B-F56F-4F0D-DA6D-DEB645C03A06}"/>
          </ac:spMkLst>
        </pc:spChg>
        <pc:spChg chg="add mod">
          <ac:chgData name="Pulkit Bhandari" userId="7ab99e1f-6ee8-4f66-923c-3cadeb5fdc08" providerId="ADAL" clId="{01652112-53E4-4AEE-8EF8-F71FBC6DE788}" dt="2026-02-13T19:05:33.518" v="1497" actId="1037"/>
          <ac:spMkLst>
            <pc:docMk/>
            <pc:sldMk cId="3949732182" sldId="270"/>
            <ac:spMk id="39" creationId="{DB1D9703-AC74-3304-1A15-D0938D556FCB}"/>
          </ac:spMkLst>
        </pc:spChg>
        <pc:spChg chg="add mod">
          <ac:chgData name="Pulkit Bhandari" userId="7ab99e1f-6ee8-4f66-923c-3cadeb5fdc08" providerId="ADAL" clId="{01652112-53E4-4AEE-8EF8-F71FBC6DE788}" dt="2026-02-13T19:05:19.906" v="1494" actId="1035"/>
          <ac:spMkLst>
            <pc:docMk/>
            <pc:sldMk cId="3949732182" sldId="270"/>
            <ac:spMk id="40" creationId="{EEA46782-6945-3574-B3FE-C8C63BAAD1AB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41" creationId="{CBA75180-9D72-5FDD-0301-54A901D9E608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42" creationId="{8E506BEF-85AD-FBED-83EF-F6DA40DAAC75}"/>
          </ac:spMkLst>
        </pc:spChg>
        <pc:spChg chg="add mod">
          <ac:chgData name="Pulkit Bhandari" userId="7ab99e1f-6ee8-4f66-923c-3cadeb5fdc08" providerId="ADAL" clId="{01652112-53E4-4AEE-8EF8-F71FBC6DE788}" dt="2026-02-13T19:05:26.957" v="1495" actId="1076"/>
          <ac:spMkLst>
            <pc:docMk/>
            <pc:sldMk cId="3949732182" sldId="270"/>
            <ac:spMk id="44" creationId="{D834957C-254A-23C2-6900-CF5CF2C7FC13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47" creationId="{38996CA7-2C61-79D8-3EE3-496D8D88BF1B}"/>
          </ac:spMkLst>
        </pc:spChg>
        <pc:spChg chg="add mod">
          <ac:chgData name="Pulkit Bhandari" userId="7ab99e1f-6ee8-4f66-923c-3cadeb5fdc08" providerId="ADAL" clId="{01652112-53E4-4AEE-8EF8-F71FBC6DE788}" dt="2026-02-13T19:08:27.870" v="1521" actId="1076"/>
          <ac:spMkLst>
            <pc:docMk/>
            <pc:sldMk cId="3949732182" sldId="270"/>
            <ac:spMk id="48" creationId="{52EC3F7C-3E04-0A15-3545-D3CBBA56DCCB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49" creationId="{2C1CC99B-8DF0-62B8-0755-B4E0B3ACAFFF}"/>
          </ac:spMkLst>
        </pc:spChg>
        <pc:spChg chg="add mod">
          <ac:chgData name="Pulkit Bhandari" userId="7ab99e1f-6ee8-4f66-923c-3cadeb5fdc08" providerId="ADAL" clId="{01652112-53E4-4AEE-8EF8-F71FBC6DE788}" dt="2026-02-13T19:07:57.864" v="1516" actId="1076"/>
          <ac:spMkLst>
            <pc:docMk/>
            <pc:sldMk cId="3949732182" sldId="270"/>
            <ac:spMk id="51" creationId="{12D8D228-B31A-48D6-70A0-AA09269E13AD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52" creationId="{5D1A1CC7-A1D9-649F-6AD6-7E282F57C3F2}"/>
          </ac:spMkLst>
        </pc:spChg>
        <pc:spChg chg="add mod">
          <ac:chgData name="Pulkit Bhandari" userId="7ab99e1f-6ee8-4f66-923c-3cadeb5fdc08" providerId="ADAL" clId="{01652112-53E4-4AEE-8EF8-F71FBC6DE788}" dt="2026-02-13T19:09:15.525" v="1549" actId="1036"/>
          <ac:spMkLst>
            <pc:docMk/>
            <pc:sldMk cId="3949732182" sldId="270"/>
            <ac:spMk id="53" creationId="{7E98A5F4-3EE6-1915-E15F-29D89044E4F4}"/>
          </ac:spMkLst>
        </pc:spChg>
        <pc:spChg chg="add mod">
          <ac:chgData name="Pulkit Bhandari" userId="7ab99e1f-6ee8-4f66-923c-3cadeb5fdc08" providerId="ADAL" clId="{01652112-53E4-4AEE-8EF8-F71FBC6DE788}" dt="2026-02-13T19:09:15.525" v="1549" actId="1036"/>
          <ac:spMkLst>
            <pc:docMk/>
            <pc:sldMk cId="3949732182" sldId="270"/>
            <ac:spMk id="54" creationId="{140D54DF-A6F9-26E5-05FF-7AED3F33743B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55" creationId="{8D4ADC7A-6003-32FE-6F01-1B2550F6CF3D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56" creationId="{8A7BBD4C-65A6-F972-1588-A18DCB6C76D3}"/>
          </ac:spMkLst>
        </pc:spChg>
        <pc:spChg chg="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57" creationId="{9C7979AA-DB71-0E62-1A43-78768CC402E5}"/>
          </ac:spMkLst>
        </pc:spChg>
        <pc:spChg chg="mod">
          <ac:chgData name="Pulkit Bhandari" userId="7ab99e1f-6ee8-4f66-923c-3cadeb5fdc08" providerId="ADAL" clId="{01652112-53E4-4AEE-8EF8-F71FBC6DE788}" dt="2026-02-13T19:09:15.525" v="1549" actId="1036"/>
          <ac:spMkLst>
            <pc:docMk/>
            <pc:sldMk cId="3949732182" sldId="270"/>
            <ac:spMk id="58" creationId="{E7F1B6F3-29FB-7994-E50E-1053BFD107A6}"/>
          </ac:spMkLst>
        </pc:spChg>
        <pc:spChg chg="add mod">
          <ac:chgData name="Pulkit Bhandari" userId="7ab99e1f-6ee8-4f66-923c-3cadeb5fdc08" providerId="ADAL" clId="{01652112-53E4-4AEE-8EF8-F71FBC6DE788}" dt="2026-02-13T19:47:55.321" v="1902" actId="1036"/>
          <ac:spMkLst>
            <pc:docMk/>
            <pc:sldMk cId="3949732182" sldId="270"/>
            <ac:spMk id="59" creationId="{DC7392C4-498F-7F49-5B00-E59A1BC51A97}"/>
          </ac:spMkLst>
        </pc:spChg>
        <pc:spChg chg="add mod">
          <ac:chgData name="Pulkit Bhandari" userId="7ab99e1f-6ee8-4f66-923c-3cadeb5fdc08" providerId="ADAL" clId="{01652112-53E4-4AEE-8EF8-F71FBC6DE788}" dt="2026-02-13T19:48:09.119" v="1905" actId="12788"/>
          <ac:spMkLst>
            <pc:docMk/>
            <pc:sldMk cId="3949732182" sldId="270"/>
            <ac:spMk id="64" creationId="{30F24048-F296-B1A8-6AE6-E448647D83A4}"/>
          </ac:spMkLst>
        </pc:spChg>
        <pc:spChg chg="add mod">
          <ac:chgData name="Pulkit Bhandari" userId="7ab99e1f-6ee8-4f66-923c-3cadeb5fdc08" providerId="ADAL" clId="{01652112-53E4-4AEE-8EF8-F71FBC6DE788}" dt="2026-02-13T19:45:38.352" v="1882"/>
          <ac:spMkLst>
            <pc:docMk/>
            <pc:sldMk cId="3949732182" sldId="270"/>
            <ac:spMk id="65" creationId="{F93CCE9D-39CC-6109-4E5C-7FDECB138CC9}"/>
          </ac:spMkLst>
        </pc:spChg>
        <pc:spChg chg="add mod">
          <ac:chgData name="Pulkit Bhandari" userId="7ab99e1f-6ee8-4f66-923c-3cadeb5fdc08" providerId="ADAL" clId="{01652112-53E4-4AEE-8EF8-F71FBC6DE788}" dt="2026-02-13T19:47:40.448" v="1890" actId="14100"/>
          <ac:spMkLst>
            <pc:docMk/>
            <pc:sldMk cId="3949732182" sldId="270"/>
            <ac:spMk id="66" creationId="{98422780-EEFF-F263-4BB7-6EAA6DCB1C4F}"/>
          </ac:spMkLst>
        </pc:spChg>
        <pc:spChg chg="add mod ord">
          <ac:chgData name="Pulkit Bhandari" userId="7ab99e1f-6ee8-4f66-923c-3cadeb5fdc08" providerId="ADAL" clId="{01652112-53E4-4AEE-8EF8-F71FBC6DE788}" dt="2026-02-13T22:49:58.256" v="3184" actId="167"/>
          <ac:spMkLst>
            <pc:docMk/>
            <pc:sldMk cId="3949732182" sldId="270"/>
            <ac:spMk id="68" creationId="{99A20D46-10C0-CA81-C082-6EB7D9BE65C9}"/>
          </ac:spMkLst>
        </pc:spChg>
        <pc:spChg chg="add mod ord">
          <ac:chgData name="Pulkit Bhandari" userId="7ab99e1f-6ee8-4f66-923c-3cadeb5fdc08" providerId="ADAL" clId="{01652112-53E4-4AEE-8EF8-F71FBC6DE788}" dt="2026-02-13T22:49:58.256" v="3184" actId="167"/>
          <ac:spMkLst>
            <pc:docMk/>
            <pc:sldMk cId="3949732182" sldId="270"/>
            <ac:spMk id="69" creationId="{3646ED3E-3EDE-61D5-4A8B-0DBC8EE8207F}"/>
          </ac:spMkLst>
        </pc:spChg>
        <pc:spChg chg="add mod ord">
          <ac:chgData name="Pulkit Bhandari" userId="7ab99e1f-6ee8-4f66-923c-3cadeb5fdc08" providerId="ADAL" clId="{01652112-53E4-4AEE-8EF8-F71FBC6DE788}" dt="2026-02-13T22:49:58.256" v="3184" actId="167"/>
          <ac:spMkLst>
            <pc:docMk/>
            <pc:sldMk cId="3949732182" sldId="270"/>
            <ac:spMk id="71" creationId="{D1A1CE8A-E9A9-8D3C-E37A-1177C1A412D7}"/>
          </ac:spMkLst>
        </pc:spChg>
        <pc:spChg chg="add mod ord">
          <ac:chgData name="Pulkit Bhandari" userId="7ab99e1f-6ee8-4f66-923c-3cadeb5fdc08" providerId="ADAL" clId="{01652112-53E4-4AEE-8EF8-F71FBC6DE788}" dt="2026-02-13T22:49:58.256" v="3184" actId="167"/>
          <ac:spMkLst>
            <pc:docMk/>
            <pc:sldMk cId="3949732182" sldId="270"/>
            <ac:spMk id="72" creationId="{CAF8C14A-217C-0B75-4EE5-B54C86D169E1}"/>
          </ac:spMkLst>
        </pc:spChg>
        <pc:spChg chg="add mod ord">
          <ac:chgData name="Pulkit Bhandari" userId="7ab99e1f-6ee8-4f66-923c-3cadeb5fdc08" providerId="ADAL" clId="{01652112-53E4-4AEE-8EF8-F71FBC6DE788}" dt="2026-02-13T22:49:58.256" v="3184" actId="167"/>
          <ac:spMkLst>
            <pc:docMk/>
            <pc:sldMk cId="3949732182" sldId="270"/>
            <ac:spMk id="73" creationId="{8B356D6F-400B-13B6-015A-3E7BC8E0BF85}"/>
          </ac:spMkLst>
        </pc:spChg>
        <pc:spChg chg="add mod">
          <ac:chgData name="Pulkit Bhandari" userId="7ab99e1f-6ee8-4f66-923c-3cadeb5fdc08" providerId="ADAL" clId="{01652112-53E4-4AEE-8EF8-F71FBC6DE788}" dt="2026-02-14T00:20:52.488" v="3414" actId="20577"/>
          <ac:spMkLst>
            <pc:docMk/>
            <pc:sldMk cId="3949732182" sldId="270"/>
            <ac:spMk id="74" creationId="{C26CECCC-A280-8BA5-EADA-3363D9B25DC2}"/>
          </ac:spMkLst>
        </pc:spChg>
        <pc:graphicFrameChg chg="mod modGraphic">
          <ac:chgData name="Pulkit Bhandari" userId="7ab99e1f-6ee8-4f66-923c-3cadeb5fdc08" providerId="ADAL" clId="{01652112-53E4-4AEE-8EF8-F71FBC6DE788}" dt="2026-02-13T19:12:32.495" v="1557" actId="113"/>
          <ac:graphicFrameMkLst>
            <pc:docMk/>
            <pc:sldMk cId="3949732182" sldId="270"/>
            <ac:graphicFrameMk id="15" creationId="{5E4D1D55-73F1-29D3-BE65-4446588342E9}"/>
          </ac:graphicFrameMkLst>
        </pc:graphicFrameChg>
        <pc:graphicFrameChg chg="add mod modGraphic">
          <ac:chgData name="Pulkit Bhandari" userId="7ab99e1f-6ee8-4f66-923c-3cadeb5fdc08" providerId="ADAL" clId="{01652112-53E4-4AEE-8EF8-F71FBC6DE788}" dt="2026-02-13T19:04:39.692" v="1483" actId="1076"/>
          <ac:graphicFrameMkLst>
            <pc:docMk/>
            <pc:sldMk cId="3949732182" sldId="270"/>
            <ac:graphicFrameMk id="23" creationId="{02D214E7-2549-6A95-B5E4-16C4247F2D08}"/>
          </ac:graphicFrameMkLst>
        </pc:graphicFrameChg>
        <pc:picChg chg="del mod">
          <ac:chgData name="Pulkit Bhandari" userId="7ab99e1f-6ee8-4f66-923c-3cadeb5fdc08" providerId="ADAL" clId="{01652112-53E4-4AEE-8EF8-F71FBC6DE788}" dt="2026-02-18T05:01:10.225" v="4365" actId="478"/>
          <ac:picMkLst>
            <pc:docMk/>
            <pc:sldMk cId="3949732182" sldId="270"/>
            <ac:picMk id="8" creationId="{14F1021E-A2BE-FB87-205F-5BF51BFF39C4}"/>
          </ac:picMkLst>
        </pc:picChg>
        <pc:picChg chg="add mod">
          <ac:chgData name="Pulkit Bhandari" userId="7ab99e1f-6ee8-4f66-923c-3cadeb5fdc08" providerId="ADAL" clId="{01652112-53E4-4AEE-8EF8-F71FBC6DE788}" dt="2026-02-13T19:45:19.434" v="1878"/>
          <ac:picMkLst>
            <pc:docMk/>
            <pc:sldMk cId="3949732182" sldId="270"/>
            <ac:picMk id="67" creationId="{2A07038D-FB3A-FBAF-1C6A-0F99CFAFF956}"/>
          </ac:picMkLst>
        </pc:picChg>
        <pc:picChg chg="add mod">
          <ac:chgData name="Pulkit Bhandari" userId="7ab99e1f-6ee8-4f66-923c-3cadeb5fdc08" providerId="ADAL" clId="{01652112-53E4-4AEE-8EF8-F71FBC6DE788}" dt="2026-02-14T00:22:58.546" v="3433"/>
          <ac:picMkLst>
            <pc:docMk/>
            <pc:sldMk cId="3949732182" sldId="270"/>
            <ac:picMk id="75" creationId="{5818CE05-9F53-17A9-727A-FFD8F02B2C91}"/>
          </ac:picMkLst>
        </pc:picChg>
        <pc:cxnChg chg="add mod">
          <ac:chgData name="Pulkit Bhandari" userId="7ab99e1f-6ee8-4f66-923c-3cadeb5fdc08" providerId="ADAL" clId="{01652112-53E4-4AEE-8EF8-F71FBC6DE788}" dt="2026-02-13T19:03:13.104" v="1470" actId="1036"/>
          <ac:cxnSpMkLst>
            <pc:docMk/>
            <pc:sldMk cId="3949732182" sldId="270"/>
            <ac:cxnSpMk id="19" creationId="{CB08B9D1-0A95-62FF-EC1C-D2F65578DF75}"/>
          </ac:cxnSpMkLst>
        </pc:cxnChg>
        <pc:cxnChg chg="mod">
          <ac:chgData name="Pulkit Bhandari" userId="7ab99e1f-6ee8-4f66-923c-3cadeb5fdc08" providerId="ADAL" clId="{01652112-53E4-4AEE-8EF8-F71FBC6DE788}" dt="2026-02-13T19:03:13.104" v="1470" actId="1036"/>
          <ac:cxnSpMkLst>
            <pc:docMk/>
            <pc:sldMk cId="3949732182" sldId="270"/>
            <ac:cxnSpMk id="43" creationId="{E09FDBC3-9584-F2DA-96D7-34AAC69E6C9A}"/>
          </ac:cxnSpMkLst>
        </pc:cxnChg>
        <pc:cxnChg chg="mod">
          <ac:chgData name="Pulkit Bhandari" userId="7ab99e1f-6ee8-4f66-923c-3cadeb5fdc08" providerId="ADAL" clId="{01652112-53E4-4AEE-8EF8-F71FBC6DE788}" dt="2026-02-13T19:07:27.690" v="1510" actId="14100"/>
          <ac:cxnSpMkLst>
            <pc:docMk/>
            <pc:sldMk cId="3949732182" sldId="270"/>
            <ac:cxnSpMk id="45" creationId="{0CDEC06B-D88F-A4D4-E8DE-3A9ADF472ED0}"/>
          </ac:cxnSpMkLst>
        </pc:cxnChg>
        <pc:cxnChg chg="mod">
          <ac:chgData name="Pulkit Bhandari" userId="7ab99e1f-6ee8-4f66-923c-3cadeb5fdc08" providerId="ADAL" clId="{01652112-53E4-4AEE-8EF8-F71FBC6DE788}" dt="2026-02-13T19:07:14.082" v="1508" actId="1037"/>
          <ac:cxnSpMkLst>
            <pc:docMk/>
            <pc:sldMk cId="3949732182" sldId="270"/>
            <ac:cxnSpMk id="46" creationId="{52BC64B5-7206-C88C-4C5F-48588080F528}"/>
          </ac:cxnSpMkLst>
        </pc:cxnChg>
      </pc:sldChg>
      <pc:sldChg chg="addSp delSp modSp new mod delAnim">
        <pc:chgData name="Pulkit Bhandari" userId="7ab99e1f-6ee8-4f66-923c-3cadeb5fdc08" providerId="ADAL" clId="{01652112-53E4-4AEE-8EF8-F71FBC6DE788}" dt="2026-02-18T05:00:56.500" v="4359" actId="478"/>
        <pc:sldMkLst>
          <pc:docMk/>
          <pc:sldMk cId="842289303" sldId="275"/>
        </pc:sldMkLst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4" creationId="{6034DE43-FD66-F410-564E-9BA3578B3817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5" creationId="{E7AEE116-AA77-CD0C-A53F-B849222A4298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6" creationId="{C050A5B7-BCDC-2450-AC02-848D9CC83A1A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7" creationId="{36DB03F0-EBDC-43AE-3EF8-0F8361BFE853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8" creationId="{D7910EDE-A05A-23DE-938A-689A5ED966BF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9" creationId="{1B522145-5383-62E0-3CCA-DFCAC091A5A3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10" creationId="{716202B9-218E-B63F-EF9F-964B0469AA22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12" creationId="{F8BF3A32-B9E3-A65B-6A27-9233FB42C34B}"/>
          </ac:spMkLst>
        </pc:spChg>
        <pc:spChg chg="mod">
          <ac:chgData name="Pulkit Bhandari" userId="7ab99e1f-6ee8-4f66-923c-3cadeb5fdc08" providerId="ADAL" clId="{01652112-53E4-4AEE-8EF8-F71FBC6DE788}" dt="2026-02-14T15:24:15.900" v="4311" actId="20577"/>
          <ac:spMkLst>
            <pc:docMk/>
            <pc:sldMk cId="842289303" sldId="275"/>
            <ac:spMk id="13" creationId="{3F0BA1EB-21B0-9AF5-9592-74AB499F7D1F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14" creationId="{ECD08D27-2B32-DD27-868B-E2AA8E8211A4}"/>
          </ac:spMkLst>
        </pc:spChg>
        <pc:spChg chg="add mod">
          <ac:chgData name="Pulkit Bhandari" userId="7ab99e1f-6ee8-4f66-923c-3cadeb5fdc08" providerId="ADAL" clId="{01652112-53E4-4AEE-8EF8-F71FBC6DE788}" dt="2026-02-13T20:27:42.109" v="2204"/>
          <ac:spMkLst>
            <pc:docMk/>
            <pc:sldMk cId="842289303" sldId="275"/>
            <ac:spMk id="15" creationId="{CC6772B6-F141-F425-41A9-E09E8AFE89C8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24" creationId="{3C0B69F9-EBA9-A8A3-6123-CBC5953A023E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25" creationId="{EEF9FC61-AFEE-AC11-B660-11990FB7C889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26" creationId="{AAECDC30-F5D3-E83B-FEA8-BAEEA0891A34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27" creationId="{BAC658ED-534F-0AED-C6B4-AB40BF69987F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29" creationId="{69112355-10C2-383E-F564-300FD6232788}"/>
          </ac:spMkLst>
        </pc:spChg>
        <pc:spChg chg="add mod">
          <ac:chgData name="Pulkit Bhandari" userId="7ab99e1f-6ee8-4f66-923c-3cadeb5fdc08" providerId="ADAL" clId="{01652112-53E4-4AEE-8EF8-F71FBC6DE788}" dt="2026-02-13T20:39:52.633" v="2356" actId="207"/>
          <ac:spMkLst>
            <pc:docMk/>
            <pc:sldMk cId="842289303" sldId="275"/>
            <ac:spMk id="30" creationId="{D5049B7E-261E-DE85-1993-48DB2438E753}"/>
          </ac:spMkLst>
        </pc:spChg>
        <pc:spChg chg="add mod">
          <ac:chgData name="Pulkit Bhandari" userId="7ab99e1f-6ee8-4f66-923c-3cadeb5fdc08" providerId="ADAL" clId="{01652112-53E4-4AEE-8EF8-F71FBC6DE788}" dt="2026-02-13T20:39:52.633" v="2356" actId="207"/>
          <ac:spMkLst>
            <pc:docMk/>
            <pc:sldMk cId="842289303" sldId="275"/>
            <ac:spMk id="31" creationId="{B32AE8FC-562A-B6EE-0CD9-CE00C4AD437F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32" creationId="{F519F473-3B52-D1FE-8DCE-C9A8352B19C6}"/>
          </ac:spMkLst>
        </pc:spChg>
        <pc:spChg chg="add mod">
          <ac:chgData name="Pulkit Bhandari" userId="7ab99e1f-6ee8-4f66-923c-3cadeb5fdc08" providerId="ADAL" clId="{01652112-53E4-4AEE-8EF8-F71FBC6DE788}" dt="2026-02-13T20:34:23.723" v="2344" actId="1035"/>
          <ac:spMkLst>
            <pc:docMk/>
            <pc:sldMk cId="842289303" sldId="275"/>
            <ac:spMk id="33" creationId="{FBDFA6D9-555C-1A82-0264-857599FA2FC1}"/>
          </ac:spMkLst>
        </pc:spChg>
        <pc:spChg chg="add mod">
          <ac:chgData name="Pulkit Bhandari" userId="7ab99e1f-6ee8-4f66-923c-3cadeb5fdc08" providerId="ADAL" clId="{01652112-53E4-4AEE-8EF8-F71FBC6DE788}" dt="2026-02-13T20:39:52.633" v="2356" actId="207"/>
          <ac:spMkLst>
            <pc:docMk/>
            <pc:sldMk cId="842289303" sldId="275"/>
            <ac:spMk id="36" creationId="{C0E1B894-E91A-07E8-E16E-DEB45263BCAD}"/>
          </ac:spMkLst>
        </pc:spChg>
        <pc:spChg chg="add mod">
          <ac:chgData name="Pulkit Bhandari" userId="7ab99e1f-6ee8-4f66-923c-3cadeb5fdc08" providerId="ADAL" clId="{01652112-53E4-4AEE-8EF8-F71FBC6DE788}" dt="2026-02-13T20:27:56.959" v="2206"/>
          <ac:spMkLst>
            <pc:docMk/>
            <pc:sldMk cId="842289303" sldId="275"/>
            <ac:spMk id="37" creationId="{9427C97F-64D3-CE0A-E8B3-D9D6A6CCC64D}"/>
          </ac:spMkLst>
        </pc:spChg>
        <pc:spChg chg="add mod">
          <ac:chgData name="Pulkit Bhandari" userId="7ab99e1f-6ee8-4f66-923c-3cadeb5fdc08" providerId="ADAL" clId="{01652112-53E4-4AEE-8EF8-F71FBC6DE788}" dt="2026-02-13T20:27:56.959" v="2206"/>
          <ac:spMkLst>
            <pc:docMk/>
            <pc:sldMk cId="842289303" sldId="275"/>
            <ac:spMk id="38" creationId="{72029E5B-082D-A606-4CE3-868355D0A3BD}"/>
          </ac:spMkLst>
        </pc:spChg>
        <pc:graphicFrameChg chg="mod modGraphic">
          <ac:chgData name="Pulkit Bhandari" userId="7ab99e1f-6ee8-4f66-923c-3cadeb5fdc08" providerId="ADAL" clId="{01652112-53E4-4AEE-8EF8-F71FBC6DE788}" dt="2026-02-13T20:31:45.287" v="2292" actId="408"/>
          <ac:graphicFrameMkLst>
            <pc:docMk/>
            <pc:sldMk cId="842289303" sldId="275"/>
            <ac:graphicFrameMk id="34" creationId="{0CB81113-E6B1-8492-C7C5-3BB0FF7F0D81}"/>
          </ac:graphicFrameMkLst>
        </pc:graphicFrameChg>
        <pc:picChg chg="add mod">
          <ac:chgData name="Pulkit Bhandari" userId="7ab99e1f-6ee8-4f66-923c-3cadeb5fdc08" providerId="ADAL" clId="{01652112-53E4-4AEE-8EF8-F71FBC6DE788}" dt="2026-02-13T20:27:56.959" v="2206"/>
          <ac:picMkLst>
            <pc:docMk/>
            <pc:sldMk cId="842289303" sldId="275"/>
            <ac:picMk id="39" creationId="{406A1430-0C34-3BC4-B913-80C7183477ED}"/>
          </ac:picMkLst>
        </pc:picChg>
        <pc:picChg chg="add mod">
          <ac:chgData name="Pulkit Bhandari" userId="7ab99e1f-6ee8-4f66-923c-3cadeb5fdc08" providerId="ADAL" clId="{01652112-53E4-4AEE-8EF8-F71FBC6DE788}" dt="2026-02-14T00:22:42.243" v="3427" actId="1076"/>
          <ac:picMkLst>
            <pc:docMk/>
            <pc:sldMk cId="842289303" sldId="275"/>
            <ac:picMk id="42" creationId="{A7D8BE73-2F1D-8C09-3DE2-B6234FDCCF65}"/>
          </ac:picMkLst>
        </pc:picChg>
        <pc:picChg chg="del mod">
          <ac:chgData name="Pulkit Bhandari" userId="7ab99e1f-6ee8-4f66-923c-3cadeb5fdc08" providerId="ADAL" clId="{01652112-53E4-4AEE-8EF8-F71FBC6DE788}" dt="2026-02-18T05:00:56.500" v="4359" actId="478"/>
          <ac:picMkLst>
            <pc:docMk/>
            <pc:sldMk cId="842289303" sldId="275"/>
            <ac:picMk id="79" creationId="{709C68EF-9233-1DBF-8693-56FCE7F7AC27}"/>
          </ac:picMkLst>
        </pc:picChg>
        <pc:cxnChg chg="mod">
          <ac:chgData name="Pulkit Bhandari" userId="7ab99e1f-6ee8-4f66-923c-3cadeb5fdc08" providerId="ADAL" clId="{01652112-53E4-4AEE-8EF8-F71FBC6DE788}" dt="2026-02-13T20:33:50.676" v="2321" actId="554"/>
          <ac:cxnSpMkLst>
            <pc:docMk/>
            <pc:sldMk cId="842289303" sldId="275"/>
            <ac:cxnSpMk id="23" creationId="{9E7D4534-FEEB-B525-1340-BF15C62BEE0E}"/>
          </ac:cxnSpMkLst>
        </pc:cxnChg>
      </pc:sldChg>
      <pc:sldChg chg="addSp delSp modSp new mod ord">
        <pc:chgData name="Pulkit Bhandari" userId="7ab99e1f-6ee8-4f66-923c-3cadeb5fdc08" providerId="ADAL" clId="{01652112-53E4-4AEE-8EF8-F71FBC6DE788}" dt="2026-02-14T00:58:44.092" v="3765" actId="20577"/>
        <pc:sldMkLst>
          <pc:docMk/>
          <pc:sldMk cId="3510689657" sldId="276"/>
        </pc:sldMkLst>
        <pc:spChg chg="add del mod">
          <ac:chgData name="Pulkit Bhandari" userId="7ab99e1f-6ee8-4f66-923c-3cadeb5fdc08" providerId="ADAL" clId="{01652112-53E4-4AEE-8EF8-F71FBC6DE788}" dt="2026-02-14T00:54:13.124" v="3759" actId="20577"/>
          <ac:spMkLst>
            <pc:docMk/>
            <pc:sldMk cId="3510689657" sldId="276"/>
            <ac:spMk id="2" creationId="{62A2119D-EF23-71DA-1282-D68EFCE8DA4D}"/>
          </ac:spMkLst>
        </pc:spChg>
        <pc:spChg chg="add del mod">
          <ac:chgData name="Pulkit Bhandari" userId="7ab99e1f-6ee8-4f66-923c-3cadeb5fdc08" providerId="ADAL" clId="{01652112-53E4-4AEE-8EF8-F71FBC6DE788}" dt="2026-02-14T00:53:53.246" v="3757"/>
          <ac:spMkLst>
            <pc:docMk/>
            <pc:sldMk cId="3510689657" sldId="276"/>
            <ac:spMk id="3" creationId="{FBE31B70-D67E-1462-6AF5-88A84A5EA0DE}"/>
          </ac:spMkLst>
        </pc:spChg>
        <pc:spChg chg="add mod">
          <ac:chgData name="Pulkit Bhandari" userId="7ab99e1f-6ee8-4f66-923c-3cadeb5fdc08" providerId="ADAL" clId="{01652112-53E4-4AEE-8EF8-F71FBC6DE788}" dt="2026-02-14T00:58:44.092" v="3765" actId="20577"/>
          <ac:spMkLst>
            <pc:docMk/>
            <pc:sldMk cId="3510689657" sldId="276"/>
            <ac:spMk id="4" creationId="{A35BCBAC-9080-31BE-1EA0-6EF15BE640A6}"/>
          </ac:spMkLst>
        </pc:spChg>
        <pc:spChg chg="add mod">
          <ac:chgData name="Pulkit Bhandari" userId="7ab99e1f-6ee8-4f66-923c-3cadeb5fdc08" providerId="ADAL" clId="{01652112-53E4-4AEE-8EF8-F71FBC6DE788}" dt="2026-02-14T00:54:08.409" v="3758"/>
          <ac:spMkLst>
            <pc:docMk/>
            <pc:sldMk cId="3510689657" sldId="276"/>
            <ac:spMk id="7" creationId="{42B1C642-2DA3-FB48-3A43-0833D0BCC1B2}"/>
          </ac:spMkLst>
        </pc:spChg>
        <pc:picChg chg="add mod">
          <ac:chgData name="Pulkit Bhandari" userId="7ab99e1f-6ee8-4f66-923c-3cadeb5fdc08" providerId="ADAL" clId="{01652112-53E4-4AEE-8EF8-F71FBC6DE788}" dt="2026-02-14T00:48:37.007" v="3662"/>
          <ac:picMkLst>
            <pc:docMk/>
            <pc:sldMk cId="3510689657" sldId="276"/>
            <ac:picMk id="5" creationId="{20381584-0552-5C08-9D61-3EA2C3ED13B8}"/>
          </ac:picMkLst>
        </pc:picChg>
        <pc:picChg chg="add mod">
          <ac:chgData name="Pulkit Bhandari" userId="7ab99e1f-6ee8-4f66-923c-3cadeb5fdc08" providerId="ADAL" clId="{01652112-53E4-4AEE-8EF8-F71FBC6DE788}" dt="2026-02-14T00:48:37.007" v="3662"/>
          <ac:picMkLst>
            <pc:docMk/>
            <pc:sldMk cId="3510689657" sldId="276"/>
            <ac:picMk id="6" creationId="{256E1718-4B4F-196E-AB31-A553779A3D0C}"/>
          </ac:picMkLst>
        </pc:picChg>
      </pc:sldChg>
      <pc:sldChg chg="modSp add mod">
        <pc:chgData name="Pulkit Bhandari" userId="7ab99e1f-6ee8-4f66-923c-3cadeb5fdc08" providerId="ADAL" clId="{01652112-53E4-4AEE-8EF8-F71FBC6DE788}" dt="2026-02-14T00:54:34.140" v="3764" actId="6549"/>
        <pc:sldMkLst>
          <pc:docMk/>
          <pc:sldMk cId="3229421937" sldId="278"/>
        </pc:sldMkLst>
        <pc:spChg chg="mod">
          <ac:chgData name="Pulkit Bhandari" userId="7ab99e1f-6ee8-4f66-923c-3cadeb5fdc08" providerId="ADAL" clId="{01652112-53E4-4AEE-8EF8-F71FBC6DE788}" dt="2026-02-14T00:54:17.104" v="3762" actId="20577"/>
          <ac:spMkLst>
            <pc:docMk/>
            <pc:sldMk cId="3229421937" sldId="278"/>
            <ac:spMk id="2" creationId="{80EAFECC-916D-EC56-1E04-8DA9E189CB62}"/>
          </ac:spMkLst>
        </pc:spChg>
        <pc:spChg chg="mod">
          <ac:chgData name="Pulkit Bhandari" userId="7ab99e1f-6ee8-4f66-923c-3cadeb5fdc08" providerId="ADAL" clId="{01652112-53E4-4AEE-8EF8-F71FBC6DE788}" dt="2026-02-14T00:54:34.140" v="3764" actId="6549"/>
          <ac:spMkLst>
            <pc:docMk/>
            <pc:sldMk cId="3229421937" sldId="278"/>
            <ac:spMk id="3" creationId="{9767FEC8-8F1A-322C-28F5-C9F1E5127682}"/>
          </ac:spMkLst>
        </pc:spChg>
        <pc:spChg chg="mod">
          <ac:chgData name="Pulkit Bhandari" userId="7ab99e1f-6ee8-4f66-923c-3cadeb5fdc08" providerId="ADAL" clId="{01652112-53E4-4AEE-8EF8-F71FBC6DE788}" dt="2026-02-14T00:54:22.468" v="3763"/>
          <ac:spMkLst>
            <pc:docMk/>
            <pc:sldMk cId="3229421937" sldId="278"/>
            <ac:spMk id="7" creationId="{7D910DA6-2C30-1E70-16A3-AC5B6201BCB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defRPr>
            </a:pPr>
            <a:r>
              <a:rPr lang="en-US"/>
              <a:t>AI Adoption</a:t>
            </a:r>
            <a:endParaRPr lang="en-C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05DA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5DA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4B-405A-AD19-C3B526C8A3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Source Code Pro" panose="020B0309030403020204" pitchFamily="49" charset="0"/>
                    <a:ea typeface="Source Code Pro" panose="020B0309030403020204" pitchFamily="49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0%</c:formatCode>
                <c:ptCount val="1"/>
                <c:pt idx="0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4B-405A-AD19-C3B526C8A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Source Code Pro" panose="020B0309030403020204" pitchFamily="49" charset="0"/>
                    <a:ea typeface="Source Code Pro" panose="020B0309030403020204" pitchFamily="49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0%</c:formatCode>
                <c:ptCount val="1"/>
                <c:pt idx="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C4B-405A-AD19-C3B526C8A3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D2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Source Code Pro" panose="020B0309030403020204" pitchFamily="49" charset="0"/>
                    <a:ea typeface="Source Code Pro" panose="020B0309030403020204" pitchFamily="49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0%</c:formatCode>
                <c:ptCount val="1"/>
                <c:pt idx="0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4B-405A-AD19-C3B526C8A3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88923440"/>
        <c:axId val="1588927760"/>
      </c:barChart>
      <c:catAx>
        <c:axId val="1588923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defRPr>
            </a:pPr>
            <a:endParaRPr lang="en-US"/>
          </a:p>
        </c:txPr>
        <c:crossAx val="1588927760"/>
        <c:crosses val="autoZero"/>
        <c:auto val="1"/>
        <c:lblAlgn val="ctr"/>
        <c:lblOffset val="100"/>
        <c:noMultiLvlLbl val="0"/>
      </c:catAx>
      <c:valAx>
        <c:axId val="158892776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8892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>
      <a:solidFill>
        <a:schemeClr val="tx1">
          <a:lumMod val="75000"/>
          <a:lumOff val="25000"/>
        </a:schemeClr>
      </a:solidFill>
    </a:ln>
    <a:effectLst/>
  </c:spPr>
  <c:txPr>
    <a:bodyPr/>
    <a:lstStyle/>
    <a:p>
      <a:pPr>
        <a:defRPr sz="800">
          <a:solidFill>
            <a:schemeClr val="tx1"/>
          </a:solidFill>
          <a:latin typeface="Source Code Pro" panose="020B0309030403020204" pitchFamily="49" charset="0"/>
          <a:ea typeface="Source Code Pro" panose="020B0309030403020204" pitchFamily="49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FC47C-08D0-224B-B67D-8757BB453E9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F97AD-55C4-714D-9BB3-DB246F97F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8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F97AD-55C4-714D-9BB3-DB246F97FF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7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31E7-290B-3223-D049-315630823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807C4-E284-B9A2-DC79-A07E8C1F8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562C-4E37-B543-1D51-9D7C2D5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04CCC-DA5A-C390-2FFA-F6ACED93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99734-D940-8E12-DC5C-693DDD0B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281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0E59-44FE-8861-FF0F-D4EFBFD2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A8B9-F3B2-70DC-D88D-228BBEA2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132C-9D64-F3B5-3473-28B0BCA4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AA83B-4F80-1F86-2DA2-8A839BA2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A3E7-5AE8-FB1D-C6EA-87F2130B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671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DA6B-541D-93C9-D4AE-8F0E4812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FBDBF-06CF-E32B-90E6-BAF438446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5EF2B-BEF9-581B-1C9B-486FC743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0E9D-C4A3-E17A-88A6-46120583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C9B5D-95A3-6990-538C-8EBFF26B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148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3FD0-019A-98E1-A7BA-D399F5EF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D211-0217-67DC-563E-7A91AA9FE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40A9F-B33F-E97E-9821-D1CDC7A71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B54CF-A027-D81A-FE96-E287965E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0B40B-41D8-49C0-B0A8-B57C73BB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1E661-19A6-8BEA-DF33-B352C219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43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5F2D-BCE8-7CBB-1B20-5C6C73AF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2D6B4-7A27-5B7A-49C9-49E169AFC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8C5CD-9E99-4675-1E0B-D8C977EB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EF3A9-971E-1A20-D840-C7C5E2316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D553F-B4E1-53B2-92AF-55B9729D8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7782A-77F3-9B9C-C00D-FA6893AD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451A72-567B-090C-18AE-BAB41E4D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E475D-A3AB-A359-689E-C4C5880C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94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2399-0A6B-4DF0-0A93-A64FDAAA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AFFB6-C3B0-FB82-F1FC-BC46E6D8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C4131-B27D-1C2C-5C5F-64A91493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4CA03-49F0-76EF-0AC0-D8278707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443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627BB-B12C-77FA-E90E-D538447F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96036-2E2D-1390-25C9-798C6055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F04C8-B0DB-266B-BEE7-562224D4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697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50AB-431C-A1E2-3FBB-13FD3E8B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69F8-D4BE-2FC0-2452-C7C8FD92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C3983-746B-61D4-A255-8D63B7137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6362D-F58F-3A23-4695-93580E68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EB3E9-2D83-A1F8-CDED-819DE343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C0C2-2C9D-1D70-51BF-19618BCD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78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9843-34DE-F73D-F235-4F6D3932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66F97-3AD7-278D-73D7-44DFBA33E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0E1D9-2DD3-B612-4866-E67DF174E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C218D-C534-D322-4602-ACEF4C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0F1CA-DE38-214F-F9E8-7EDC7AF0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AE3B9-42BB-6FC1-A58C-D35BAE46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356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3CA2-B152-73B1-E972-E5E17520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3384B-F9A1-927D-4B7B-1BFE5B93C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05D96-A497-6846-9C9C-FD51DACB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6760F-4769-43F3-91E5-1F30099D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A4759-68E3-B968-8B16-189E4490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215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E823B-CC07-88A6-6EB6-E2B848C40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7FF89-8DD0-2F2C-A9EC-9E7967635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A943-5AA2-20E0-B1B0-C832EDE0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A23C-D6E9-5018-BE44-ED051D05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A8ED8-A6C9-64E7-A534-FAFAA66A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68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F0809-E6C4-B90F-BEF1-7282919C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DF5F5-8BC1-09A9-3B1F-625654C7D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920D-42E5-84D1-040C-0173337C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C6345-9362-431C-AB00-B6018C58E1A5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07EA-29C9-F860-04C8-6A014C3E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EFB72-44F4-ED88-6198-97E718725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9293D-C3F3-497C-B3E2-3C11CF4E64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959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The State of AI in Financial Services: Global Survey Results - AI Forum">
            <a:extLst>
              <a:ext uri="{FF2B5EF4-FFF2-40B4-BE49-F238E27FC236}">
                <a16:creationId xmlns:a16="http://schemas.microsoft.com/office/drawing/2014/main" id="{6F359810-4866-069C-BFD4-91A3D8A0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5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EFE14A-22CE-C365-32C3-B68B2814A6FD}"/>
              </a:ext>
            </a:extLst>
          </p:cNvPr>
          <p:cNvSpPr/>
          <p:nvPr/>
        </p:nvSpPr>
        <p:spPr>
          <a:xfrm>
            <a:off x="0" y="6579718"/>
            <a:ext cx="12188952" cy="276999"/>
          </a:xfrm>
          <a:prstGeom prst="rect">
            <a:avLst/>
          </a:prstGeom>
          <a:solidFill>
            <a:srgbClr val="02132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89826-870A-D822-94A9-27944F06E90B}"/>
              </a:ext>
            </a:extLst>
          </p:cNvPr>
          <p:cNvSpPr txBox="1"/>
          <p:nvPr/>
        </p:nvSpPr>
        <p:spPr>
          <a:xfrm>
            <a:off x="0" y="6587166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Source Code Pro Medium" panose="020B0309030403020204" pitchFamily="49" charset="0"/>
                <a:ea typeface="Source Code Pro Medium" panose="020B0309030403020204" pitchFamily="49" charset="0"/>
              </a:rPr>
              <a:t>Pulkit Bhandari | Archanah Kodeeswaran | Aayushi Tavrawala | Harinder Kumar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60A68-676B-C779-2D24-F643F4F9B45E}"/>
              </a:ext>
            </a:extLst>
          </p:cNvPr>
          <p:cNvSpPr/>
          <p:nvPr/>
        </p:nvSpPr>
        <p:spPr>
          <a:xfrm>
            <a:off x="3291840" y="4302633"/>
            <a:ext cx="8900160" cy="9170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0" tIns="45720" rIns="91440" bIns="45720" rtlCol="0" anchor="ctr"/>
          <a:lstStyle/>
          <a:p>
            <a:r>
              <a:rPr lang="en-CA" sz="1400">
                <a:solidFill>
                  <a:schemeClr val="tx1"/>
                </a:solidFill>
                <a:latin typeface="Source Code Pro Medium"/>
                <a:ea typeface="Source Code Pro Medium"/>
              </a:rPr>
              <a:t>Intelligent Lead Engagement - US Market Entry Strategy</a:t>
            </a:r>
          </a:p>
          <a:p>
            <a:r>
              <a:rPr lang="en-CA" sz="1400">
                <a:solidFill>
                  <a:schemeClr val="tx1"/>
                </a:solidFill>
                <a:latin typeface="Source Code Pro Medium" panose="020B0309030403020204" pitchFamily="49" charset="0"/>
                <a:ea typeface="Source Code Pro Medium" panose="020B0309030403020204" pitchFamily="49" charset="0"/>
              </a:rPr>
              <a:t>Keepin’ It Case-</a:t>
            </a:r>
            <a:r>
              <a:rPr lang="en-CA" sz="1400" err="1">
                <a:solidFill>
                  <a:schemeClr val="tx1"/>
                </a:solidFill>
                <a:latin typeface="Source Code Pro Medium" panose="020B0309030403020204" pitchFamily="49" charset="0"/>
                <a:ea typeface="Source Code Pro Medium" panose="020B0309030403020204" pitchFamily="49" charset="0"/>
              </a:rPr>
              <a:t>ual</a:t>
            </a:r>
            <a:endParaRPr lang="en-US" sz="1400">
              <a:solidFill>
                <a:schemeClr val="tx1"/>
              </a:solidFill>
              <a:latin typeface="Source Code Pro Medium" panose="020B0309030403020204" pitchFamily="49" charset="0"/>
              <a:ea typeface="Source Code Pro Medium" panose="020B0309030403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C2C57-D8FB-24EA-65E9-C0DE1106FBF5}"/>
              </a:ext>
            </a:extLst>
          </p:cNvPr>
          <p:cNvSpPr txBox="1"/>
          <p:nvPr/>
        </p:nvSpPr>
        <p:spPr>
          <a:xfrm>
            <a:off x="1" y="-6165"/>
            <a:ext cx="2696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ource Code Pro Medium" panose="020B0309030403020204" pitchFamily="49" charset="0"/>
                <a:ea typeface="Source Code Pro Medium" panose="020B0309030403020204" pitchFamily="49" charset="0"/>
              </a:rPr>
              <a:t>Deans Cup Round 3</a:t>
            </a:r>
          </a:p>
          <a:p>
            <a:r>
              <a:rPr lang="en-US" sz="1200">
                <a:solidFill>
                  <a:schemeClr val="bg1"/>
                </a:solidFill>
                <a:latin typeface="Source Code Pro Medium" panose="020B0309030403020204" pitchFamily="49" charset="0"/>
                <a:ea typeface="Source Code Pro Medium" panose="020B0309030403020204" pitchFamily="49" charset="0"/>
              </a:rPr>
              <a:t>Schulich School of Business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C42B7-EC71-1A0F-8D61-7070C5E6BA54}"/>
              </a:ext>
            </a:extLst>
          </p:cNvPr>
          <p:cNvSpPr/>
          <p:nvPr/>
        </p:nvSpPr>
        <p:spPr>
          <a:xfrm>
            <a:off x="3291840" y="4302633"/>
            <a:ext cx="2764402" cy="917067"/>
          </a:xfrm>
          <a:prstGeom prst="rect">
            <a:avLst/>
          </a:prstGeom>
          <a:solidFill>
            <a:srgbClr val="01FF8D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en-US" sz="100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91A6D-230C-31ED-8D42-549EF2CC8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460" y="4524171"/>
            <a:ext cx="473995" cy="473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A0CCB3-063F-5AE1-846C-A97E6CFA0683}"/>
              </a:ext>
            </a:extLst>
          </p:cNvPr>
          <p:cNvSpPr txBox="1"/>
          <p:nvPr/>
        </p:nvSpPr>
        <p:spPr>
          <a:xfrm>
            <a:off x="3951455" y="4530336"/>
            <a:ext cx="203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Source Code Pro ExtraBold" panose="020B0309030403020204" pitchFamily="49" charset="0"/>
                <a:ea typeface="Source Code Pro ExtraBold" panose="020B0309030403020204" pitchFamily="49" charset="0"/>
              </a:rPr>
              <a:t>Blanc Labs</a:t>
            </a:r>
          </a:p>
        </p:txBody>
      </p:sp>
    </p:spTree>
    <p:extLst>
      <p:ext uri="{BB962C8B-B14F-4D97-AF65-F5344CB8AC3E}">
        <p14:creationId xmlns:p14="http://schemas.microsoft.com/office/powerpoint/2010/main" val="37440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30"/>
    </mc:Choice>
    <mc:Fallback xmlns="">
      <p:transition spd="slow" advTm="146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34DE43-FD66-F410-564E-9BA3578B3817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EE116-AA77-CD0C-A53F-B849222A4298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50A5B7-BCDC-2450-AC02-848D9CC83A1A}"/>
              </a:ext>
            </a:extLst>
          </p:cNvPr>
          <p:cNvSpPr/>
          <p:nvPr/>
        </p:nvSpPr>
        <p:spPr>
          <a:xfrm>
            <a:off x="428654" y="6362699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B03F0-EBDC-43AE-3EF8-0F8361BFE853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10EDE-A05A-23DE-938A-689A5ED966BF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22145-5383-62E0-3CCA-DFCAC091A5A3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6202B9-218E-B63F-EF9F-964B0469AA22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61BF7-83B0-C0C9-A6F7-2E2DEFCF5EA9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F3A32-B9E3-A65B-6A27-9233FB42C34B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A1EB-21B0-9AF5-9592-74AB499F7D1F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D08D27-2B32-DD27-868B-E2AA8E8211A4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772B6-F141-F425-41A9-E09E8AFE89C8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02</a:t>
            </a:r>
          </a:p>
        </p:txBody>
      </p:sp>
      <p:pic>
        <p:nvPicPr>
          <p:cNvPr id="16" name="Picture 15" descr="A blue question mark in a yellow circle&#10;&#10;AI-generated content may be incorrect.">
            <a:extLst>
              <a:ext uri="{FF2B5EF4-FFF2-40B4-BE49-F238E27FC236}">
                <a16:creationId xmlns:a16="http://schemas.microsoft.com/office/drawing/2014/main" id="{AB34810B-7E6B-F463-83AC-44BB55A48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6" y="1038494"/>
            <a:ext cx="720000" cy="720000"/>
          </a:xfrm>
          <a:prstGeom prst="rect">
            <a:avLst/>
          </a:prstGeom>
        </p:spPr>
      </p:pic>
      <p:pic>
        <p:nvPicPr>
          <p:cNvPr id="17" name="Picture 16" descr="A light bulb in a blue circle&#10;&#10;AI-generated content may be incorrect.">
            <a:extLst>
              <a:ext uri="{FF2B5EF4-FFF2-40B4-BE49-F238E27FC236}">
                <a16:creationId xmlns:a16="http://schemas.microsoft.com/office/drawing/2014/main" id="{EF445673-3264-BD57-F86E-776290047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6" y="2368383"/>
            <a:ext cx="720000" cy="720000"/>
          </a:xfrm>
          <a:prstGeom prst="rect">
            <a:avLst/>
          </a:prstGeom>
        </p:spPr>
      </p:pic>
      <p:pic>
        <p:nvPicPr>
          <p:cNvPr id="18" name="Picture 17" descr="A hand holding a piece of puzzle&#10;&#10;AI-generated content may be incorrect.">
            <a:extLst>
              <a:ext uri="{FF2B5EF4-FFF2-40B4-BE49-F238E27FC236}">
                <a16:creationId xmlns:a16="http://schemas.microsoft.com/office/drawing/2014/main" id="{F18F22EB-5041-24C2-8C5C-F576BCB38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6" y="3698272"/>
            <a:ext cx="720000" cy="720000"/>
          </a:xfrm>
          <a:prstGeom prst="rect">
            <a:avLst/>
          </a:prstGeom>
        </p:spPr>
      </p:pic>
      <p:pic>
        <p:nvPicPr>
          <p:cNvPr id="19" name="Picture 18" descr="A money bag and graph&#10;&#10;AI-generated content may be incorrect.">
            <a:extLst>
              <a:ext uri="{FF2B5EF4-FFF2-40B4-BE49-F238E27FC236}">
                <a16:creationId xmlns:a16="http://schemas.microsoft.com/office/drawing/2014/main" id="{4FC248E8-33FC-8E18-BFA5-57793A166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6" y="5028162"/>
            <a:ext cx="720000" cy="720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34BD67-3228-8516-1EEF-D41CF7E0C711}"/>
              </a:ext>
            </a:extLst>
          </p:cNvPr>
          <p:cNvCxnSpPr>
            <a:cxnSpLocks/>
          </p:cNvCxnSpPr>
          <p:nvPr/>
        </p:nvCxnSpPr>
        <p:spPr>
          <a:xfrm>
            <a:off x="1763985" y="1047395"/>
            <a:ext cx="0" cy="900000"/>
          </a:xfrm>
          <a:prstGeom prst="line">
            <a:avLst/>
          </a:prstGeom>
          <a:ln w="28575">
            <a:solidFill>
              <a:srgbClr val="00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2A6635-3BB6-31FB-8081-014080383498}"/>
              </a:ext>
            </a:extLst>
          </p:cNvPr>
          <p:cNvCxnSpPr>
            <a:cxnSpLocks/>
          </p:cNvCxnSpPr>
          <p:nvPr/>
        </p:nvCxnSpPr>
        <p:spPr>
          <a:xfrm>
            <a:off x="1763985" y="2369827"/>
            <a:ext cx="0" cy="900000"/>
          </a:xfrm>
          <a:prstGeom prst="line">
            <a:avLst/>
          </a:prstGeom>
          <a:ln w="28575">
            <a:solidFill>
              <a:srgbClr val="008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145136-B92F-3404-A09C-CB04393EF0B2}"/>
              </a:ext>
            </a:extLst>
          </p:cNvPr>
          <p:cNvCxnSpPr>
            <a:cxnSpLocks/>
          </p:cNvCxnSpPr>
          <p:nvPr/>
        </p:nvCxnSpPr>
        <p:spPr>
          <a:xfrm>
            <a:off x="1763985" y="3692259"/>
            <a:ext cx="0" cy="900000"/>
          </a:xfrm>
          <a:prstGeom prst="line">
            <a:avLst/>
          </a:prstGeom>
          <a:ln w="28575">
            <a:solidFill>
              <a:srgbClr val="61B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7D4534-FEEB-B525-1340-BF15C62BEE0E}"/>
              </a:ext>
            </a:extLst>
          </p:cNvPr>
          <p:cNvCxnSpPr>
            <a:cxnSpLocks/>
          </p:cNvCxnSpPr>
          <p:nvPr/>
        </p:nvCxnSpPr>
        <p:spPr>
          <a:xfrm>
            <a:off x="1763985" y="5014690"/>
            <a:ext cx="0" cy="900000"/>
          </a:xfrm>
          <a:prstGeom prst="line">
            <a:avLst/>
          </a:prstGeom>
          <a:ln w="28575">
            <a:solidFill>
              <a:srgbClr val="B3D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C0B69F9-EBA9-A8A3-6123-CBC5953A023E}"/>
              </a:ext>
            </a:extLst>
          </p:cNvPr>
          <p:cNvSpPr/>
          <p:nvPr/>
        </p:nvSpPr>
        <p:spPr>
          <a:xfrm>
            <a:off x="2395939" y="1047395"/>
            <a:ext cx="9002898" cy="895486"/>
          </a:xfrm>
          <a:prstGeom prst="rect">
            <a:avLst/>
          </a:prstGeom>
          <a:solidFill>
            <a:srgbClr val="0072D0"/>
          </a:solidFill>
          <a:ln w="38100">
            <a:solidFill>
              <a:srgbClr val="005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How can Blanc Labs enter the US lending market in a way that maximizes growth while minimizing regulatory, integration, and reputational risk?</a:t>
            </a:r>
            <a:endParaRPr lang="en-CA" sz="1200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F9FC61-AFEE-AC11-B660-11990FB7C889}"/>
              </a:ext>
            </a:extLst>
          </p:cNvPr>
          <p:cNvSpPr/>
          <p:nvPr/>
        </p:nvSpPr>
        <p:spPr>
          <a:xfrm>
            <a:off x="2371971" y="2369269"/>
            <a:ext cx="2711204" cy="902941"/>
          </a:xfrm>
          <a:prstGeom prst="rect">
            <a:avLst/>
          </a:prstGeom>
          <a:solidFill>
            <a:schemeClr val="bg1"/>
          </a:solidFill>
          <a:ln w="19050">
            <a:solidFill>
              <a:srgbClr val="005DA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4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Complex Regulatory Landscape</a:t>
            </a:r>
            <a:endParaRPr lang="en-US" sz="14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ECDC30-F5D3-E83B-FEA8-BAEEA0891A34}"/>
              </a:ext>
            </a:extLst>
          </p:cNvPr>
          <p:cNvSpPr txBox="1"/>
          <p:nvPr/>
        </p:nvSpPr>
        <p:spPr>
          <a:xfrm>
            <a:off x="291330" y="1787455"/>
            <a:ext cx="1464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000">
                <a:latin typeface="Source Code Pro" panose="020B0309030403020204" pitchFamily="49" charset="0"/>
                <a:ea typeface="Source Code Pro" panose="020B0309030403020204" pitchFamily="49" charset="0"/>
              </a:rPr>
              <a:t>QUESTION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C658ED-534F-0AED-C6B4-AB40BF69987F}"/>
              </a:ext>
            </a:extLst>
          </p:cNvPr>
          <p:cNvSpPr txBox="1"/>
          <p:nvPr/>
        </p:nvSpPr>
        <p:spPr>
          <a:xfrm>
            <a:off x="393148" y="3109415"/>
            <a:ext cx="1261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000">
                <a:latin typeface="Source Code Pro" panose="020B0309030403020204" pitchFamily="49" charset="0"/>
                <a:ea typeface="Source Code Pro" panose="020B0309030403020204" pitchFamily="49" charset="0"/>
              </a:rPr>
              <a:t>CHALLENGES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85326D-B7F3-CCD7-6792-57A0BE2ADA08}"/>
              </a:ext>
            </a:extLst>
          </p:cNvPr>
          <p:cNvSpPr txBox="1"/>
          <p:nvPr/>
        </p:nvSpPr>
        <p:spPr>
          <a:xfrm>
            <a:off x="546789" y="4431375"/>
            <a:ext cx="953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000"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112355-10C2-383E-F564-300FD6232788}"/>
              </a:ext>
            </a:extLst>
          </p:cNvPr>
          <p:cNvSpPr txBox="1"/>
          <p:nvPr/>
        </p:nvSpPr>
        <p:spPr>
          <a:xfrm>
            <a:off x="626283" y="5753336"/>
            <a:ext cx="794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000"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  <a:endParaRPr lang="en-CA" sz="1200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049B7E-261E-DE85-1993-48DB2438E753}"/>
              </a:ext>
            </a:extLst>
          </p:cNvPr>
          <p:cNvSpPr/>
          <p:nvPr/>
        </p:nvSpPr>
        <p:spPr>
          <a:xfrm>
            <a:off x="5727741" y="5014690"/>
            <a:ext cx="2513479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000" b="1">
                <a:solidFill>
                  <a:srgbClr val="00B463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3–9 Months</a:t>
            </a:r>
          </a:p>
          <a:p>
            <a:pPr algn="ctr"/>
            <a:endParaRPr lang="en-US" sz="1000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algn="ctr"/>
            <a:r>
              <a:rPr lang="en-US" sz="1000">
                <a:latin typeface="Source Code Pro" panose="020B0309030403020204" pitchFamily="49" charset="0"/>
                <a:ea typeface="Source Code Pro" panose="020B0309030403020204" pitchFamily="49" charset="0"/>
              </a:rPr>
              <a:t>Faster Sales Cycles vs. 12–24 Months (Banks)</a:t>
            </a:r>
            <a:endParaRPr lang="en-CA" sz="10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2AE8FC-562A-B6EE-0CD9-CE00C4AD437F}"/>
              </a:ext>
            </a:extLst>
          </p:cNvPr>
          <p:cNvSpPr/>
          <p:nvPr/>
        </p:nvSpPr>
        <p:spPr>
          <a:xfrm>
            <a:off x="8231101" y="5014690"/>
            <a:ext cx="3164477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B463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Reduced Risk</a:t>
            </a:r>
          </a:p>
          <a:p>
            <a:pPr algn="ctr"/>
            <a:endParaRPr lang="en-CA" sz="1000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algn="ctr"/>
            <a:r>
              <a:rPr lang="en-CA" sz="1000">
                <a:latin typeface="Source Code Pro" panose="020B0309030403020204" pitchFamily="49" charset="0"/>
                <a:ea typeface="Source Code Pro" panose="020B0309030403020204" pitchFamily="49" charset="0"/>
              </a:rPr>
              <a:t>Compliance-first architecture &amp; CRM-level 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19F473-3B52-D1FE-8DCE-C9A8352B19C6}"/>
              </a:ext>
            </a:extLst>
          </p:cNvPr>
          <p:cNvSpPr/>
          <p:nvPr/>
        </p:nvSpPr>
        <p:spPr>
          <a:xfrm>
            <a:off x="8601192" y="2369269"/>
            <a:ext cx="2794387" cy="902941"/>
          </a:xfrm>
          <a:prstGeom prst="rect">
            <a:avLst/>
          </a:prstGeom>
          <a:solidFill>
            <a:schemeClr val="bg1"/>
          </a:solidFill>
          <a:ln w="19050">
            <a:solidFill>
              <a:srgbClr val="005DA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Long &amp; Risky Sales Cycles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DFA6D9-555C-1A82-0264-857599FA2FC1}"/>
              </a:ext>
            </a:extLst>
          </p:cNvPr>
          <p:cNvSpPr/>
          <p:nvPr/>
        </p:nvSpPr>
        <p:spPr>
          <a:xfrm>
            <a:off x="5486581" y="2369269"/>
            <a:ext cx="2794387" cy="902941"/>
          </a:xfrm>
          <a:prstGeom prst="rect">
            <a:avLst/>
          </a:prstGeom>
          <a:solidFill>
            <a:schemeClr val="bg1"/>
          </a:solidFill>
          <a:ln w="19050">
            <a:solidFill>
              <a:srgbClr val="005DA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Integration &amp; IT Friction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CB81113-E6B1-8492-C7C5-3BB0FF7F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91781"/>
              </p:ext>
            </p:extLst>
          </p:nvPr>
        </p:nvGraphicFramePr>
        <p:xfrm>
          <a:off x="2371969" y="3693963"/>
          <a:ext cx="9023609" cy="89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3609">
                  <a:extLst>
                    <a:ext uri="{9D8B030D-6E8A-4147-A177-3AD203B41FA5}">
                      <a16:colId xmlns:a16="http://schemas.microsoft.com/office/drawing/2014/main" val="1516306648"/>
                    </a:ext>
                  </a:extLst>
                </a:gridCol>
              </a:tblGrid>
              <a:tr h="342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The “Purchase-Led, Non-Bank Pilot” Strategy</a:t>
                      </a:r>
                      <a:endParaRPr lang="en-CA" sz="1200">
                        <a:solidFill>
                          <a:schemeClr val="tx1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89723"/>
                  </a:ext>
                </a:extLst>
              </a:tr>
              <a:tr h="55608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Enter through purchase mortgage engagement pilots with mid-to-large non-bank lenders, using CRM-adjacent deployment and consent-first AI design to prove value before scaling</a:t>
                      </a:r>
                    </a:p>
                  </a:txBody>
                  <a:tcPr marL="0" anchor="ctr">
                    <a:lnL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7394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0E1B894-E91A-07E8-E16E-DEB45263BCAD}"/>
              </a:ext>
            </a:extLst>
          </p:cNvPr>
          <p:cNvSpPr txBox="1"/>
          <p:nvPr/>
        </p:nvSpPr>
        <p:spPr>
          <a:xfrm>
            <a:off x="2467336" y="5014690"/>
            <a:ext cx="3270524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000" b="1">
                <a:solidFill>
                  <a:srgbClr val="00B463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~$1.46T</a:t>
            </a:r>
          </a:p>
          <a:p>
            <a:pPr algn="ctr"/>
            <a:endParaRPr lang="en-US" sz="1000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algn="ctr"/>
            <a:r>
              <a:rPr lang="en-US" sz="1000">
                <a:latin typeface="Source Code Pro" panose="020B0309030403020204" pitchFamily="49" charset="0"/>
                <a:ea typeface="Source Code Pro" panose="020B0309030403020204" pitchFamily="49" charset="0"/>
              </a:rPr>
              <a:t>Largest &amp; Most Stable U.S. Mortgage Segment Targeted</a:t>
            </a:r>
            <a:endParaRPr lang="en-CA" sz="1000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27C97F-64D3-CE0A-E8B3-D9D6A6CCC64D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OVERVIEW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029E5B-082D-A606-4CE3-868355D0A3BD}"/>
              </a:ext>
            </a:extLst>
          </p:cNvPr>
          <p:cNvSpPr txBox="1"/>
          <p:nvPr/>
        </p:nvSpPr>
        <p:spPr>
          <a:xfrm>
            <a:off x="552053" y="333866"/>
            <a:ext cx="78585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Selecting the optimal strategy to scale AI engagement while managing regulatory and integration risk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06A1430-0C34-3BC4-B913-80C7183477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7D8BE73-2F1D-8C09-3DE2-B6234FDCC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8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28"/>
    </mc:Choice>
    <mc:Fallback xmlns="">
      <p:transition spd="slow" advTm="5612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92DEB-640D-D633-558E-E404500F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934148F0-A984-510A-5893-49FE4B4D4FF4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MARKET INTEGRATION LANDSCAPE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0BAA04-CCA4-67F3-2949-0F1152C820C4}"/>
              </a:ext>
            </a:extLst>
          </p:cNvPr>
          <p:cNvSpPr txBox="1"/>
          <p:nvPr/>
        </p:nvSpPr>
        <p:spPr>
          <a:xfrm>
            <a:off x="552052" y="333866"/>
            <a:ext cx="1115226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A tightly integrated ecosystem of core systems, LOS platforms, and third-party APIs powering secure, scalable mortgage automation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B17FA6A7-EFE3-92BD-8342-93DFFEC3A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6E73D5B-59E2-9C9C-5644-02092CE2AE26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03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E2E5C30-D10B-CE05-9E95-55EA4FAAEA41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02B7C9-4498-3021-6E76-F6473CF54C0D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99060E1-5584-A2CA-DEEB-9AD082224EE2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94EDA-D842-6467-ED2E-A01F64E38A25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7F78FD7-7D51-62CA-2790-2964220834A9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5794FE8-B341-D150-921C-D43B7A9A0494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21FAA41-EE4C-EE94-ADB2-E36AD2582845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0DB8F5-8B64-E584-1362-3FB0D10CBA70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64D21D-BDFB-0DB9-7768-5DFD02FEC72C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FC43FC9-4C67-BFFB-1FFA-991731F6FFBA}"/>
              </a:ext>
            </a:extLst>
          </p:cNvPr>
          <p:cNvSpPr/>
          <p:nvPr/>
        </p:nvSpPr>
        <p:spPr>
          <a:xfrm>
            <a:off x="2344952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523C904-CAAB-5D17-F976-31A84E3973E1}"/>
              </a:ext>
            </a:extLst>
          </p:cNvPr>
          <p:cNvSpPr/>
          <p:nvPr/>
        </p:nvSpPr>
        <p:spPr>
          <a:xfrm>
            <a:off x="249977" y="1046698"/>
            <a:ext cx="5644800" cy="1800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258FA8F-0AB9-CF36-6A03-1C71B4C4D3B9}"/>
              </a:ext>
            </a:extLst>
          </p:cNvPr>
          <p:cNvSpPr/>
          <p:nvPr/>
        </p:nvSpPr>
        <p:spPr>
          <a:xfrm>
            <a:off x="6253279" y="1046698"/>
            <a:ext cx="5644800" cy="1800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B45136B-D557-A4A0-073B-66F4AD819FF5}"/>
              </a:ext>
            </a:extLst>
          </p:cNvPr>
          <p:cNvSpPr/>
          <p:nvPr/>
        </p:nvSpPr>
        <p:spPr>
          <a:xfrm>
            <a:off x="248479" y="3957313"/>
            <a:ext cx="11649600" cy="1800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Montserrat" pitchFamily="2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87E7A0A-A36A-2568-C229-8CEE294CE2D3}"/>
              </a:ext>
            </a:extLst>
          </p:cNvPr>
          <p:cNvSpPr/>
          <p:nvPr/>
        </p:nvSpPr>
        <p:spPr>
          <a:xfrm>
            <a:off x="249977" y="741060"/>
            <a:ext cx="5648173" cy="308060"/>
          </a:xfrm>
          <a:prstGeom prst="rect">
            <a:avLst/>
          </a:prstGeom>
          <a:solidFill>
            <a:srgbClr val="E5F3FF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US Mortgage Market Overview</a:t>
            </a:r>
            <a:endParaRPr lang="en-CA" sz="10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3B4123A-1EDE-389D-CDDD-E07E44C04026}"/>
              </a:ext>
            </a:extLst>
          </p:cNvPr>
          <p:cNvSpPr/>
          <p:nvPr/>
        </p:nvSpPr>
        <p:spPr>
          <a:xfrm>
            <a:off x="248479" y="3645942"/>
            <a:ext cx="11648102" cy="308060"/>
          </a:xfrm>
          <a:prstGeom prst="rect">
            <a:avLst/>
          </a:prstGeom>
          <a:solidFill>
            <a:srgbClr val="E5F3FF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Competitive Structure &amp; Strategic Implications (Porters 5 Forces)</a:t>
            </a:r>
            <a:endParaRPr lang="en-CA" sz="10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21BC65-8BFE-4E37-C4C1-CE3D42050554}"/>
              </a:ext>
            </a:extLst>
          </p:cNvPr>
          <p:cNvSpPr/>
          <p:nvPr/>
        </p:nvSpPr>
        <p:spPr>
          <a:xfrm>
            <a:off x="6253280" y="738638"/>
            <a:ext cx="5648173" cy="308060"/>
          </a:xfrm>
          <a:prstGeom prst="rect">
            <a:avLst/>
          </a:prstGeom>
          <a:solidFill>
            <a:srgbClr val="E5F3FF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Competitive &amp; Regulatory Reality</a:t>
            </a:r>
            <a:endParaRPr lang="en-CA" sz="10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EDEB6DC-959D-AE0A-3F11-DFDB5D46B515}"/>
              </a:ext>
            </a:extLst>
          </p:cNvPr>
          <p:cNvSpPr/>
          <p:nvPr/>
        </p:nvSpPr>
        <p:spPr>
          <a:xfrm>
            <a:off x="249977" y="978560"/>
            <a:ext cx="3655431" cy="196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Scale &amp; Recovery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2023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: $1.5–$1.7T (rate-driven trough)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2025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: ~$2.0T recovery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2026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: ~$2.2T projected</a:t>
            </a:r>
          </a:p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Structural Shift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65.2% controlled by non-bank lenders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Increasingly tech-forward, volume-driven operators</a:t>
            </a:r>
            <a:endParaRPr lang="en-US" sz="8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AI Adoption Acceleration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58% (2022) → 71% (2023–24)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75–89% projected by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AI use no longer differentiating — compliant execution is</a:t>
            </a:r>
          </a:p>
        </p:txBody>
      </p:sp>
      <p:graphicFrame>
        <p:nvGraphicFramePr>
          <p:cNvPr id="97" name="Chart 96">
            <a:extLst>
              <a:ext uri="{FF2B5EF4-FFF2-40B4-BE49-F238E27FC236}">
                <a16:creationId xmlns:a16="http://schemas.microsoft.com/office/drawing/2014/main" id="{88A02633-B490-1C5A-46DC-FF827A80D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482481"/>
              </p:ext>
            </p:extLst>
          </p:nvPr>
        </p:nvGraphicFramePr>
        <p:xfrm>
          <a:off x="3900985" y="1132160"/>
          <a:ext cx="1995681" cy="179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5632998B-124D-976E-97F3-52913AF95C1E}"/>
              </a:ext>
            </a:extLst>
          </p:cNvPr>
          <p:cNvSpPr/>
          <p:nvPr/>
        </p:nvSpPr>
        <p:spPr>
          <a:xfrm>
            <a:off x="6253279" y="978560"/>
            <a:ext cx="5644800" cy="196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High Competition &amp; Margin Pressure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Fragmented lenders competing 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for same borrowers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Thin margins driving automation &amp; efficiency focus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Speed-to-contact and conversion increasingly decisive</a:t>
            </a:r>
          </a:p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Digital Expectations Rising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Instant, omnichannel borrower engagement expected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AI and </a:t>
            </a: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CRM-enabled workflows becoming standard</a:t>
            </a:r>
          </a:p>
          <a:p>
            <a:pPr>
              <a:lnSpc>
                <a:spcPct val="200000"/>
              </a:lnSpc>
            </a:pPr>
            <a:r>
              <a:rPr lang="en-US" sz="9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Strict Regulatory Oversight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Federal + 50-state compliance complexity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Zero tolerance for consent breaches, bias, or audit gaps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69F00041-1CF6-96F1-3539-9A02FCB56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480" y="1441379"/>
            <a:ext cx="2591427" cy="1361534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312078C0-6715-2591-BCA2-8AB3919C2A4A}"/>
              </a:ext>
            </a:extLst>
          </p:cNvPr>
          <p:cNvSpPr/>
          <p:nvPr/>
        </p:nvSpPr>
        <p:spPr>
          <a:xfrm>
            <a:off x="248478" y="4066231"/>
            <a:ext cx="2094976" cy="2008195"/>
          </a:xfrm>
          <a:prstGeom prst="roundRect">
            <a:avLst>
              <a:gd name="adj" fmla="val 9458"/>
            </a:avLst>
          </a:prstGeom>
          <a:solidFill>
            <a:srgbClr val="F3FAFF"/>
          </a:solidFill>
          <a:ln w="28575"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Fragmented lender ecosystem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Fintech vendors embedding AI rapidly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Limited differentiation without deep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Margin compression intensifying competition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756D92C-7FFA-AA15-DA29-272826C90DB7}"/>
              </a:ext>
            </a:extLst>
          </p:cNvPr>
          <p:cNvSpPr/>
          <p:nvPr/>
        </p:nvSpPr>
        <p:spPr>
          <a:xfrm>
            <a:off x="2636760" y="4066231"/>
            <a:ext cx="2094976" cy="2008195"/>
          </a:xfrm>
          <a:prstGeom prst="roundRect">
            <a:avLst>
              <a:gd name="adj" fmla="val 9458"/>
            </a:avLst>
          </a:prstGeom>
          <a:solidFill>
            <a:srgbClr val="F3FAFF"/>
          </a:solidFill>
          <a:ln w="28575"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Structured RFP &amp; compliance reviews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Long procurement cycles (especially banks)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Customization and pricing pressure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7244792-E42B-CDF0-8C22-17A0922BD894}"/>
              </a:ext>
            </a:extLst>
          </p:cNvPr>
          <p:cNvSpPr/>
          <p:nvPr/>
        </p:nvSpPr>
        <p:spPr>
          <a:xfrm>
            <a:off x="9801605" y="4066231"/>
            <a:ext cx="2094976" cy="2008195"/>
          </a:xfrm>
          <a:prstGeom prst="roundRect">
            <a:avLst>
              <a:gd name="adj" fmla="val 7560"/>
            </a:avLst>
          </a:prstGeom>
          <a:solidFill>
            <a:srgbClr val="F3FAFF"/>
          </a:solidFill>
          <a:ln w="28575"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Manual loan officer outreach still common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In-house AI teams at large lenders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CRM vendors adding AI layers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7E4EE409-2BF6-CAE8-BC67-410D464EEC58}"/>
              </a:ext>
            </a:extLst>
          </p:cNvPr>
          <p:cNvSpPr/>
          <p:nvPr/>
        </p:nvSpPr>
        <p:spPr>
          <a:xfrm>
            <a:off x="5025042" y="4066231"/>
            <a:ext cx="2094976" cy="2008195"/>
          </a:xfrm>
          <a:prstGeom prst="roundRect">
            <a:avLst>
              <a:gd name="adj" fmla="val 10216"/>
            </a:avLst>
          </a:prstGeom>
          <a:solidFill>
            <a:srgbClr val="F3FAFF"/>
          </a:solidFill>
          <a:ln w="28575"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LOS/POS platforms influence integration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API permissions affect scalability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Multiple vendors prevent full monopolization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ED1B176-32F3-055A-4ACA-5EED16F87E27}"/>
              </a:ext>
            </a:extLst>
          </p:cNvPr>
          <p:cNvSpPr/>
          <p:nvPr/>
        </p:nvSpPr>
        <p:spPr>
          <a:xfrm>
            <a:off x="7413324" y="4066231"/>
            <a:ext cx="2094976" cy="2008195"/>
          </a:xfrm>
          <a:prstGeom prst="roundRect">
            <a:avLst>
              <a:gd name="adj" fmla="val 9837"/>
            </a:avLst>
          </a:prstGeom>
          <a:solidFill>
            <a:srgbClr val="F3FAFF"/>
          </a:solidFill>
          <a:ln w="28575"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AI tools increasingly accessible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Lower technical barriers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Regulatory &amp; domain expertise remain key friction points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8542D2C-08E8-5349-20C3-58B24DB333F5}"/>
              </a:ext>
            </a:extLst>
          </p:cNvPr>
          <p:cNvSpPr/>
          <p:nvPr/>
        </p:nvSpPr>
        <p:spPr>
          <a:xfrm>
            <a:off x="248478" y="3120308"/>
            <a:ext cx="11604158" cy="365586"/>
          </a:xfrm>
          <a:prstGeom prst="rect">
            <a:avLst/>
          </a:prstGeom>
          <a:solidFill>
            <a:srgbClr val="8FFFCC"/>
          </a:solidFill>
          <a:ln w="19050">
            <a:solidFill>
              <a:srgbClr val="009A5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Scale alone is not an advantage — success in the US market requires disciplined execution, seamless integration, and regulatory credibility</a:t>
            </a:r>
            <a:endParaRPr lang="en-US" sz="1000" b="1">
              <a:solidFill>
                <a:schemeClr val="bg2">
                  <a:lumMod val="25000"/>
                </a:schemeClr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82723DD8-20A7-74C9-91A1-19DA6C67C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133" name="Rectangle: Top Corners Rounded 132">
            <a:extLst>
              <a:ext uri="{FF2B5EF4-FFF2-40B4-BE49-F238E27FC236}">
                <a16:creationId xmlns:a16="http://schemas.microsoft.com/office/drawing/2014/main" id="{3AABB18F-1752-E7A2-1ABE-EEBDFC09E773}"/>
              </a:ext>
            </a:extLst>
          </p:cNvPr>
          <p:cNvSpPr/>
          <p:nvPr/>
        </p:nvSpPr>
        <p:spPr>
          <a:xfrm>
            <a:off x="248478" y="4087542"/>
            <a:ext cx="2094976" cy="468108"/>
          </a:xfrm>
          <a:prstGeom prst="round2SameRect">
            <a:avLst>
              <a:gd name="adj1" fmla="val 40967"/>
              <a:gd name="adj2" fmla="val 0"/>
            </a:avLst>
          </a:prstGeom>
          <a:solidFill>
            <a:srgbClr val="6DBDFF"/>
          </a:solidFill>
          <a:ln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rPr>
              <a:t>Rivalry</a:t>
            </a:r>
          </a:p>
          <a:p>
            <a:pPr algn="ctr"/>
            <a:r>
              <a:rPr lang="en-CA" sz="1000" b="1">
                <a:solidFill>
                  <a:srgbClr val="FF00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Extremely High</a:t>
            </a:r>
            <a:endParaRPr lang="en-CA" sz="1000"/>
          </a:p>
        </p:txBody>
      </p:sp>
      <p:sp>
        <p:nvSpPr>
          <p:cNvPr id="134" name="Rectangle: Top Corners Rounded 133">
            <a:extLst>
              <a:ext uri="{FF2B5EF4-FFF2-40B4-BE49-F238E27FC236}">
                <a16:creationId xmlns:a16="http://schemas.microsoft.com/office/drawing/2014/main" id="{F52D2BF9-C76F-91E2-BE2E-732D48AC43BE}"/>
              </a:ext>
            </a:extLst>
          </p:cNvPr>
          <p:cNvSpPr/>
          <p:nvPr/>
        </p:nvSpPr>
        <p:spPr>
          <a:xfrm>
            <a:off x="2655094" y="4087542"/>
            <a:ext cx="2057400" cy="468108"/>
          </a:xfrm>
          <a:prstGeom prst="round2SameRect">
            <a:avLst>
              <a:gd name="adj1" fmla="val 32998"/>
              <a:gd name="adj2" fmla="val 0"/>
            </a:avLst>
          </a:prstGeom>
          <a:solidFill>
            <a:srgbClr val="6DBDFF"/>
          </a:solidFill>
          <a:ln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rPr>
              <a:t>Buyer Power</a:t>
            </a:r>
          </a:p>
          <a:p>
            <a:pPr algn="ctr"/>
            <a:r>
              <a:rPr lang="en-US" sz="1000" b="1">
                <a:solidFill>
                  <a:srgbClr val="FF5B5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High</a:t>
            </a:r>
          </a:p>
        </p:txBody>
      </p:sp>
      <p:sp>
        <p:nvSpPr>
          <p:cNvPr id="137" name="Rectangle: Top Corners Rounded 136">
            <a:extLst>
              <a:ext uri="{FF2B5EF4-FFF2-40B4-BE49-F238E27FC236}">
                <a16:creationId xmlns:a16="http://schemas.microsoft.com/office/drawing/2014/main" id="{E86320ED-2355-7F04-DB98-61A7FC13BA05}"/>
              </a:ext>
            </a:extLst>
          </p:cNvPr>
          <p:cNvSpPr/>
          <p:nvPr/>
        </p:nvSpPr>
        <p:spPr>
          <a:xfrm>
            <a:off x="5043830" y="4087542"/>
            <a:ext cx="2057400" cy="468108"/>
          </a:xfrm>
          <a:prstGeom prst="round2SameRect">
            <a:avLst>
              <a:gd name="adj1" fmla="val 32998"/>
              <a:gd name="adj2" fmla="val 0"/>
            </a:avLst>
          </a:prstGeom>
          <a:solidFill>
            <a:srgbClr val="6DBDFF"/>
          </a:solidFill>
          <a:ln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rPr>
              <a:t>Supplier Power</a:t>
            </a:r>
          </a:p>
          <a:p>
            <a:pPr algn="ctr"/>
            <a:r>
              <a:rPr lang="en-CA" sz="1000" b="1">
                <a:solidFill>
                  <a:srgbClr val="FAF4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Moderate</a:t>
            </a:r>
          </a:p>
        </p:txBody>
      </p:sp>
      <p:sp>
        <p:nvSpPr>
          <p:cNvPr id="138" name="Rectangle: Top Corners Rounded 137">
            <a:extLst>
              <a:ext uri="{FF2B5EF4-FFF2-40B4-BE49-F238E27FC236}">
                <a16:creationId xmlns:a16="http://schemas.microsoft.com/office/drawing/2014/main" id="{158E7BA7-14E4-6561-CCE8-2C760E88B546}"/>
              </a:ext>
            </a:extLst>
          </p:cNvPr>
          <p:cNvSpPr/>
          <p:nvPr/>
        </p:nvSpPr>
        <p:spPr>
          <a:xfrm>
            <a:off x="7432112" y="4087542"/>
            <a:ext cx="2057400" cy="468108"/>
          </a:xfrm>
          <a:prstGeom prst="round2SameRect">
            <a:avLst>
              <a:gd name="adj1" fmla="val 32998"/>
              <a:gd name="adj2" fmla="val 0"/>
            </a:avLst>
          </a:prstGeom>
          <a:solidFill>
            <a:srgbClr val="6DBDFF"/>
          </a:solidFill>
          <a:ln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rPr>
              <a:t>Threat of New Entrants</a:t>
            </a:r>
          </a:p>
          <a:p>
            <a:pPr algn="ctr"/>
            <a:r>
              <a:rPr lang="en-US" sz="1000" b="1">
                <a:solidFill>
                  <a:srgbClr val="E86D28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Moderate–High</a:t>
            </a:r>
          </a:p>
        </p:txBody>
      </p:sp>
      <p:sp>
        <p:nvSpPr>
          <p:cNvPr id="139" name="Rectangle: Top Corners Rounded 138">
            <a:extLst>
              <a:ext uri="{FF2B5EF4-FFF2-40B4-BE49-F238E27FC236}">
                <a16:creationId xmlns:a16="http://schemas.microsoft.com/office/drawing/2014/main" id="{EC17CAF5-B1B1-BDA1-52E2-5FC63119822C}"/>
              </a:ext>
            </a:extLst>
          </p:cNvPr>
          <p:cNvSpPr/>
          <p:nvPr/>
        </p:nvSpPr>
        <p:spPr>
          <a:xfrm>
            <a:off x="9817218" y="4082323"/>
            <a:ext cx="2057400" cy="468108"/>
          </a:xfrm>
          <a:prstGeom prst="round2SameRect">
            <a:avLst>
              <a:gd name="adj1" fmla="val 25537"/>
              <a:gd name="adj2" fmla="val 0"/>
            </a:avLst>
          </a:prstGeom>
          <a:solidFill>
            <a:srgbClr val="6DBDFF"/>
          </a:solidFill>
          <a:ln>
            <a:solidFill>
              <a:srgbClr val="6D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 Light" panose="020B0309030403020204" pitchFamily="49" charset="0"/>
                <a:ea typeface="Source Code Pro Light" panose="020B0309030403020204" pitchFamily="49" charset="0"/>
              </a:rPr>
              <a:t>Threat of Substitutes</a:t>
            </a:r>
          </a:p>
          <a:p>
            <a:pPr algn="ctr"/>
            <a:r>
              <a:rPr lang="en-US" sz="1000" b="1">
                <a:solidFill>
                  <a:srgbClr val="FAF4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Moderate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B4AB2E-DEA7-5CB2-83C3-82E7456F4FFD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4989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101"/>
    </mc:Choice>
    <mc:Fallback xmlns="">
      <p:transition spd="slow" advTm="6010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F3762-544D-010F-3093-A959ADA8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79D276-933C-6778-5581-99B88F18E333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F2CAB-29C2-9C00-0791-DA494ECAFCEF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BA7EB-2B7D-D03B-2C6D-65E2FDB17B46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730A7-6BE3-E5D5-AB00-C0591D20DD59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3146D-A042-525C-851E-1B33279A2E43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209F4-C2F0-8E1E-05AD-C88F27E3FE23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9BE1E-86F5-988A-0FDF-CCCBE877D3ED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CDA0C-3977-491D-31D3-28A89384D9D9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91BF33-69E0-4D46-B2C3-55E5FED0C86F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C32559-907C-59E5-3C33-36FA4C244C0E}"/>
              </a:ext>
            </a:extLst>
          </p:cNvPr>
          <p:cNvSpPr/>
          <p:nvPr/>
        </p:nvSpPr>
        <p:spPr>
          <a:xfrm>
            <a:off x="4261250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6B020C-BF47-8D1A-8177-5FC55B291592}"/>
              </a:ext>
            </a:extLst>
          </p:cNvPr>
          <p:cNvSpPr/>
          <p:nvPr/>
        </p:nvSpPr>
        <p:spPr>
          <a:xfrm>
            <a:off x="1389910" y="727415"/>
            <a:ext cx="9412180" cy="569859"/>
          </a:xfrm>
          <a:prstGeom prst="rect">
            <a:avLst/>
          </a:prstGeom>
          <a:solidFill>
            <a:srgbClr val="8FFFCC"/>
          </a:solidFill>
          <a:ln w="19050">
            <a:solidFill>
              <a:srgbClr val="009A5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While multiple entry paths were viable, the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purchase-led non-bank pilot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 model offers the best balance of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strategic impact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,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faster revenue realization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,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manageable regulatory risk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, and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long-term scalability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F6A90-E6F1-1BE1-5AB5-40CCCB970BBE}"/>
              </a:ext>
            </a:extLst>
          </p:cNvPr>
          <p:cNvSpPr/>
          <p:nvPr/>
        </p:nvSpPr>
        <p:spPr>
          <a:xfrm>
            <a:off x="3492269" y="1807290"/>
            <a:ext cx="3156218" cy="18000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07B27-9150-1A71-AE2B-AB41E5201AC3}"/>
              </a:ext>
            </a:extLst>
          </p:cNvPr>
          <p:cNvSpPr/>
          <p:nvPr/>
        </p:nvSpPr>
        <p:spPr>
          <a:xfrm>
            <a:off x="3492270" y="1501652"/>
            <a:ext cx="3158104" cy="308060"/>
          </a:xfrm>
          <a:prstGeom prst="rect">
            <a:avLst/>
          </a:prstGeom>
          <a:solidFill>
            <a:srgbClr val="C3C3FD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Bank-First Enterprise Entry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96F09-68FD-C27B-8A82-974B98B67906}"/>
              </a:ext>
            </a:extLst>
          </p:cNvPr>
          <p:cNvSpPr/>
          <p:nvPr/>
        </p:nvSpPr>
        <p:spPr>
          <a:xfrm>
            <a:off x="247846" y="1807290"/>
            <a:ext cx="3156217" cy="18000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FE61A9-0D68-238E-B325-DFBDBAD3426E}"/>
              </a:ext>
            </a:extLst>
          </p:cNvPr>
          <p:cNvSpPr/>
          <p:nvPr/>
        </p:nvSpPr>
        <p:spPr>
          <a:xfrm>
            <a:off x="247846" y="1501652"/>
            <a:ext cx="3158103" cy="308060"/>
          </a:xfrm>
          <a:prstGeom prst="rect">
            <a:avLst/>
          </a:prstGeom>
          <a:solidFill>
            <a:srgbClr val="C3C3FD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Reverse Mortgage Differentiation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EA9D21-E9CF-ACE1-641D-CB9564ECB632}"/>
              </a:ext>
            </a:extLst>
          </p:cNvPr>
          <p:cNvSpPr/>
          <p:nvPr/>
        </p:nvSpPr>
        <p:spPr>
          <a:xfrm>
            <a:off x="239433" y="4188540"/>
            <a:ext cx="3156217" cy="18000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69B518-6FD7-8B01-DA5A-6939A4A87B12}"/>
              </a:ext>
            </a:extLst>
          </p:cNvPr>
          <p:cNvSpPr/>
          <p:nvPr/>
        </p:nvSpPr>
        <p:spPr>
          <a:xfrm>
            <a:off x="239433" y="3882902"/>
            <a:ext cx="3158103" cy="308060"/>
          </a:xfrm>
          <a:prstGeom prst="rect">
            <a:avLst/>
          </a:prstGeom>
          <a:solidFill>
            <a:srgbClr val="C3C3FD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Refinance-First Entry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7B70E9-7508-8A3E-9E8B-C71B11B41832}"/>
              </a:ext>
            </a:extLst>
          </p:cNvPr>
          <p:cNvSpPr/>
          <p:nvPr/>
        </p:nvSpPr>
        <p:spPr>
          <a:xfrm>
            <a:off x="3494400" y="4188540"/>
            <a:ext cx="3156218" cy="18000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043A85-D06D-4940-D786-938686ACD739}"/>
              </a:ext>
            </a:extLst>
          </p:cNvPr>
          <p:cNvSpPr/>
          <p:nvPr/>
        </p:nvSpPr>
        <p:spPr>
          <a:xfrm>
            <a:off x="3494401" y="3882902"/>
            <a:ext cx="3158104" cy="308060"/>
          </a:xfrm>
          <a:prstGeom prst="rect">
            <a:avLst/>
          </a:prstGeom>
          <a:solidFill>
            <a:srgbClr val="C3C3FD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Purchase-Led, Non-Bank Pilot Model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AF44D4-8A83-3835-D881-572A05160151}"/>
              </a:ext>
            </a:extLst>
          </p:cNvPr>
          <p:cNvGrpSpPr/>
          <p:nvPr/>
        </p:nvGrpSpPr>
        <p:grpSpPr>
          <a:xfrm>
            <a:off x="239432" y="1825290"/>
            <a:ext cx="6412828" cy="4333503"/>
            <a:chOff x="224192" y="1887993"/>
            <a:chExt cx="7244438" cy="433350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7100EC-9354-F072-2649-CC1DD0D95722}"/>
                </a:ext>
              </a:extLst>
            </p:cNvPr>
            <p:cNvSpPr/>
            <p:nvPr/>
          </p:nvSpPr>
          <p:spPr>
            <a:xfrm>
              <a:off x="3898854" y="1887993"/>
              <a:ext cx="3567645" cy="1952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Target large national banks immediately with full enterprise deployment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PROS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Large contract sizes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Strong brand credibility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Long-term strategic partnerships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CONS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12–24 month sales cycles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Heavy compliance &amp; vendor approvals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LOS </a:t>
              </a:r>
              <a:r>
                <a:rPr lang="en-US" sz="850" b="1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integration complexity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High reputational risk if pilot fails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69047B-92B9-43EE-1DD3-22123F8B913E}"/>
                </a:ext>
              </a:extLst>
            </p:cNvPr>
            <p:cNvSpPr/>
            <p:nvPr/>
          </p:nvSpPr>
          <p:spPr>
            <a:xfrm>
              <a:off x="232605" y="1887993"/>
              <a:ext cx="3567645" cy="1952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Enter through a niche, underserved reverse mortgage segment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PROS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Differentiated positioning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Smaller competitive set 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CONS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 b="1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High regulatory </a:t>
              </a: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scrutiny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Senior borrower vulnerability concerns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Reputational risk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Limited scalability 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B8E541-7436-570C-5E5F-FDD1C600B284}"/>
                </a:ext>
              </a:extLst>
            </p:cNvPr>
            <p:cNvSpPr/>
            <p:nvPr/>
          </p:nvSpPr>
          <p:spPr>
            <a:xfrm>
              <a:off x="224192" y="4269243"/>
              <a:ext cx="3567645" cy="1952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Focus AI engagement on refinance borrowers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PROS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Familiar workflows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Historically high-volume during rate cycles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Easier borrower messaging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CONS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Highly cyclical demand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Currently </a:t>
              </a:r>
              <a:r>
                <a:rPr lang="en-US" sz="850" b="1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lower volume</a:t>
              </a: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 (~$737B vs $1.46T purchase)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Revenue volatility risk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29649A5-993B-BCB6-19F6-8621CB6D396D}"/>
                </a:ext>
              </a:extLst>
            </p:cNvPr>
            <p:cNvSpPr/>
            <p:nvPr/>
          </p:nvSpPr>
          <p:spPr>
            <a:xfrm>
              <a:off x="3900985" y="4269243"/>
              <a:ext cx="3567645" cy="1952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Target mid-to-large non-bank lenders with purchase mortgage AI engagement pilots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PROS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Largest and </a:t>
              </a:r>
              <a:r>
                <a:rPr lang="en-US" sz="850" b="1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most stable segment</a:t>
              </a: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 (~$1.46T)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65.2% controlled by non-banks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850" b="1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Faster sales cycles</a:t>
              </a: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 (3–9 months)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CRM-level integration only</a:t>
              </a:r>
            </a:p>
            <a:p>
              <a:pPr marL="171450" indent="-171450">
                <a:buFont typeface="Arial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  <a:cs typeface="+mn-lt"/>
                </a:rPr>
                <a:t>Lower regulatory risk vs outbound voice</a:t>
              </a:r>
            </a:p>
            <a:p>
              <a:endParaRPr lang="en-US" sz="85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endParaRPr>
            </a:p>
            <a:p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CONS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Moderate compliance complexity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50">
                  <a:solidFill>
                    <a:schemeClr val="tx1"/>
                  </a:solidFill>
                  <a:latin typeface="Source Code Pro" panose="020B0309030403020204" pitchFamily="49" charset="0"/>
                  <a:ea typeface="Source Code Pro" panose="020B0309030403020204" pitchFamily="49" charset="0"/>
                </a:rPr>
                <a:t>Requires disciplined pilot execution</a:t>
              </a:r>
            </a:p>
          </p:txBody>
        </p:sp>
      </p:grp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A33E83E3-1AAB-7B0F-D15A-7CF8E5E1A485}"/>
              </a:ext>
            </a:extLst>
          </p:cNvPr>
          <p:cNvSpPr>
            <a:spLocks noChangeAspect="1"/>
          </p:cNvSpPr>
          <p:nvPr/>
        </p:nvSpPr>
        <p:spPr>
          <a:xfrm>
            <a:off x="3559805" y="3941616"/>
            <a:ext cx="169505" cy="170616"/>
          </a:xfrm>
          <a:prstGeom prst="star5">
            <a:avLst/>
          </a:prstGeom>
          <a:solidFill>
            <a:srgbClr val="FFC000"/>
          </a:solidFill>
          <a:ln>
            <a:solidFill>
              <a:srgbClr val="C8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E914FE-F963-9790-71B2-CFD425497EBE}"/>
              </a:ext>
            </a:extLst>
          </p:cNvPr>
          <p:cNvSpPr/>
          <p:nvPr/>
        </p:nvSpPr>
        <p:spPr>
          <a:xfrm>
            <a:off x="6987540" y="1494718"/>
            <a:ext cx="4984960" cy="308060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Decision Matrix to evaluate different alternatives</a:t>
            </a:r>
            <a:endParaRPr lang="en-CA" sz="100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EAC1A23-11A7-85F7-4F9B-26B49F7E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83956"/>
              </p:ext>
            </p:extLst>
          </p:nvPr>
        </p:nvGraphicFramePr>
        <p:xfrm>
          <a:off x="6987540" y="1856937"/>
          <a:ext cx="4984960" cy="4301857"/>
        </p:xfrm>
        <a:graphic>
          <a:graphicData uri="http://schemas.openxmlformats.org/drawingml/2006/table">
            <a:tbl>
              <a:tblPr/>
              <a:tblGrid>
                <a:gridCol w="996992">
                  <a:extLst>
                    <a:ext uri="{9D8B030D-6E8A-4147-A177-3AD203B41FA5}">
                      <a16:colId xmlns:a16="http://schemas.microsoft.com/office/drawing/2014/main" val="763148721"/>
                    </a:ext>
                  </a:extLst>
                </a:gridCol>
                <a:gridCol w="996992">
                  <a:extLst>
                    <a:ext uri="{9D8B030D-6E8A-4147-A177-3AD203B41FA5}">
                      <a16:colId xmlns:a16="http://schemas.microsoft.com/office/drawing/2014/main" val="4210394287"/>
                    </a:ext>
                  </a:extLst>
                </a:gridCol>
                <a:gridCol w="996992">
                  <a:extLst>
                    <a:ext uri="{9D8B030D-6E8A-4147-A177-3AD203B41FA5}">
                      <a16:colId xmlns:a16="http://schemas.microsoft.com/office/drawing/2014/main" val="1573555282"/>
                    </a:ext>
                  </a:extLst>
                </a:gridCol>
                <a:gridCol w="996992">
                  <a:extLst>
                    <a:ext uri="{9D8B030D-6E8A-4147-A177-3AD203B41FA5}">
                      <a16:colId xmlns:a16="http://schemas.microsoft.com/office/drawing/2014/main" val="2348051598"/>
                    </a:ext>
                  </a:extLst>
                </a:gridCol>
                <a:gridCol w="996992">
                  <a:extLst>
                    <a:ext uri="{9D8B030D-6E8A-4147-A177-3AD203B41FA5}">
                      <a16:colId xmlns:a16="http://schemas.microsoft.com/office/drawing/2014/main" val="4010272856"/>
                    </a:ext>
                  </a:extLst>
                </a:gridCol>
              </a:tblGrid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Criteria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Reverse Mortgage Differentiation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Bank-First Enterprise Entry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Refinance-First Entry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Purchase-Led, Non-Bank Pilot Model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65283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Strategic Impact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69074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Speed to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59889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Regulatory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78386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Integration Complexity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27268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Long-Term Scalability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131931"/>
                  </a:ext>
                </a:extLst>
              </a:tr>
              <a:tr h="6145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8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986871"/>
                  </a:ext>
                </a:extLst>
              </a:tr>
            </a:tbl>
          </a:graphicData>
        </a:graphic>
      </p:graphicFrame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CC37D9C4-1EE1-9996-BED0-B87A5E5A040E}"/>
              </a:ext>
            </a:extLst>
          </p:cNvPr>
          <p:cNvSpPr>
            <a:spLocks noChangeAspect="1"/>
          </p:cNvSpPr>
          <p:nvPr/>
        </p:nvSpPr>
        <p:spPr>
          <a:xfrm>
            <a:off x="11094332" y="2245397"/>
            <a:ext cx="175099" cy="156017"/>
          </a:xfrm>
          <a:prstGeom prst="star5">
            <a:avLst/>
          </a:prstGeom>
          <a:solidFill>
            <a:srgbClr val="FFC000"/>
          </a:solidFill>
          <a:ln>
            <a:solidFill>
              <a:srgbClr val="C89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478E10-EFAC-D427-E23E-5C72829F0FE8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ALTERNATIVES AND THE RECOMMENDED MODEL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58DC3F-E009-C407-6DA6-32EE47703446}"/>
              </a:ext>
            </a:extLst>
          </p:cNvPr>
          <p:cNvSpPr txBox="1"/>
          <p:nvPr/>
        </p:nvSpPr>
        <p:spPr>
          <a:xfrm>
            <a:off x="552053" y="333866"/>
            <a:ext cx="78585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Evaluating US entry pathways to identify the most scalable, compliant, and execution-ready model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369C99C-A293-8017-5855-3C55ADD5F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11E11CF-B6E2-F53D-09B1-34A455923CB1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87224AB-010D-DDC5-07C1-5BAC5D96F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E156D74-6F3D-921A-2FA1-1566AFD0E2AA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60100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91"/>
    </mc:Choice>
    <mc:Fallback xmlns="">
      <p:transition spd="slow" advTm="655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2926-E4C8-94C5-7DB7-62E6AE77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03B716-5945-C8BE-A0FC-DDE9B29933CD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8413E-088A-47D4-A2FF-5C7A6A0FF36F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6BA50-31B2-B973-96DD-36B4660E3DFD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09E92-69C9-D7BB-F5B2-8B0FB42C2A4E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1C8BC5-4EA9-4E50-8E25-DF29E5D4A05B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82F850-7DDD-D8E2-02FC-72E7B4C73C53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35E856-C5EA-31AF-0441-24E31754957C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592CE-90A6-8CEF-B24D-EC390448035A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48E13-1C83-8E4F-36B5-3432B0B32F83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E3A10-6875-CD59-919A-E3B117D4B929}"/>
              </a:ext>
            </a:extLst>
          </p:cNvPr>
          <p:cNvSpPr/>
          <p:nvPr/>
        </p:nvSpPr>
        <p:spPr>
          <a:xfrm>
            <a:off x="6177546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B928EF-CB9E-EB1B-867E-E8BF9822AAB3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05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A11D849-F34B-7E74-68F6-E78329CEC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0B6FE14-084A-0021-C748-C391EE5D9A57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USE CASE &amp; PLATFORM FIT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AAE1C0-D9B5-6AED-FCF7-C97556A73D35}"/>
              </a:ext>
            </a:extLst>
          </p:cNvPr>
          <p:cNvSpPr txBox="1"/>
          <p:nvPr/>
        </p:nvSpPr>
        <p:spPr>
          <a:xfrm>
            <a:off x="552052" y="333866"/>
            <a:ext cx="842430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Defining the initial high-impact use case aligned to Blanc Labs’ platform strengths and U.S. lender needs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73F4DC5-204D-DDBD-3168-92E85888F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4C0FB6B0-4E81-7E65-E557-AF7EFCAED3C0}"/>
              </a:ext>
            </a:extLst>
          </p:cNvPr>
          <p:cNvSpPr/>
          <p:nvPr/>
        </p:nvSpPr>
        <p:spPr>
          <a:xfrm>
            <a:off x="792729" y="2281388"/>
            <a:ext cx="1400146" cy="1787090"/>
          </a:xfrm>
          <a:prstGeom prst="rect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How should Blanc Labs enter the US lending market 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in a way that </a:t>
            </a: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maximizes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 </a:t>
            </a: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 while </a:t>
            </a: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minimizing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 regulatory and integration </a:t>
            </a:r>
            <a:r>
              <a:rPr lang="en-US" sz="80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risk</a:t>
            </a:r>
            <a:r>
              <a:rPr lang="en-US" sz="80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?</a:t>
            </a:r>
            <a:endParaRPr lang="en-CA" sz="800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5ED239-3453-78CD-F379-1A081CF64A8A}"/>
              </a:ext>
            </a:extLst>
          </p:cNvPr>
          <p:cNvSpPr/>
          <p:nvPr/>
        </p:nvSpPr>
        <p:spPr>
          <a:xfrm>
            <a:off x="802253" y="2290531"/>
            <a:ext cx="1384919" cy="255580"/>
          </a:xfrm>
          <a:prstGeom prst="rect">
            <a:avLst/>
          </a:prstGeom>
          <a:solidFill>
            <a:srgbClr val="01FF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Objective</a:t>
            </a:r>
            <a:endParaRPr lang="en-CA" sz="1050" b="1">
              <a:solidFill>
                <a:schemeClr val="tx1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F794BB8E-7191-5ECB-4E1F-9E4BAE7BFABF}"/>
              </a:ext>
            </a:extLst>
          </p:cNvPr>
          <p:cNvSpPr/>
          <p:nvPr/>
        </p:nvSpPr>
        <p:spPr>
          <a:xfrm rot="16200000">
            <a:off x="689359" y="2804663"/>
            <a:ext cx="3757166" cy="742488"/>
          </a:xfrm>
          <a:prstGeom prst="trapezoid">
            <a:avLst>
              <a:gd name="adj" fmla="val 12000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C381027-72C3-F145-9E76-1C528167F909}"/>
              </a:ext>
            </a:extLst>
          </p:cNvPr>
          <p:cNvCxnSpPr>
            <a:cxnSpLocks/>
          </p:cNvCxnSpPr>
          <p:nvPr/>
        </p:nvCxnSpPr>
        <p:spPr>
          <a:xfrm>
            <a:off x="3070746" y="1297323"/>
            <a:ext cx="4860000" cy="0"/>
          </a:xfrm>
          <a:prstGeom prst="line">
            <a:avLst/>
          </a:prstGeom>
          <a:ln w="19050">
            <a:solidFill>
              <a:srgbClr val="D9D9D9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CE67CC-7F4A-2E79-DC84-0A6B73A40C65}"/>
              </a:ext>
            </a:extLst>
          </p:cNvPr>
          <p:cNvCxnSpPr>
            <a:cxnSpLocks/>
          </p:cNvCxnSpPr>
          <p:nvPr/>
        </p:nvCxnSpPr>
        <p:spPr>
          <a:xfrm>
            <a:off x="3070746" y="4020777"/>
            <a:ext cx="4860000" cy="0"/>
          </a:xfrm>
          <a:prstGeom prst="line">
            <a:avLst/>
          </a:prstGeom>
          <a:ln w="19050">
            <a:solidFill>
              <a:srgbClr val="D9D9D9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86A013C-D9DA-1F43-C02E-3FCB947ADF7F}"/>
              </a:ext>
            </a:extLst>
          </p:cNvPr>
          <p:cNvCxnSpPr>
            <a:cxnSpLocks/>
          </p:cNvCxnSpPr>
          <p:nvPr/>
        </p:nvCxnSpPr>
        <p:spPr>
          <a:xfrm>
            <a:off x="3070746" y="2659050"/>
            <a:ext cx="4860000" cy="0"/>
          </a:xfrm>
          <a:prstGeom prst="line">
            <a:avLst/>
          </a:prstGeom>
          <a:ln w="19050">
            <a:solidFill>
              <a:srgbClr val="D9D9D9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2">
            <a:extLst>
              <a:ext uri="{FF2B5EF4-FFF2-40B4-BE49-F238E27FC236}">
                <a16:creationId xmlns:a16="http://schemas.microsoft.com/office/drawing/2014/main" id="{1C6BD13A-4E40-D5A6-E81E-8EDD78735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110" y="1388842"/>
            <a:ext cx="40350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Refinance volumes are cyclical (~$737B vs ~$1.46T purchase)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Reverse mortgages are niche and limited scale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Revenue volatility increases strategic risk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80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🧠 </a:t>
            </a:r>
            <a:r>
              <a:rPr kumimoji="0" lang="en-US" altLang="en-US" sz="80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Implication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: Entry wedge must be large and stable.</a:t>
            </a: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8DCCEEA9-D328-7D23-D8A0-62862FB35E0D}"/>
              </a:ext>
            </a:extLst>
          </p:cNvPr>
          <p:cNvSpPr/>
          <p:nvPr/>
        </p:nvSpPr>
        <p:spPr>
          <a:xfrm rot="5400000">
            <a:off x="6417274" y="2989417"/>
            <a:ext cx="3757165" cy="37103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36A3602D-E434-1765-3076-F3FF10833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110" y="2752266"/>
            <a:ext cx="40350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TCPA requires consent-first outreach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Reverse mortgages face higher scrutiny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Outbound voice increases compliance complexity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80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🧠 </a:t>
            </a:r>
            <a:r>
              <a:rPr kumimoji="0" lang="en-US" altLang="en-US" sz="80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Implication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: Entry must minimize regulatory friction and reputational risk.</a:t>
            </a:r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E11426A2-3757-5B1E-0897-07CB7FEBD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110" y="4116902"/>
            <a:ext cx="40350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LOS replacement is high-risk and slow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Banks require 12–24 month sales cycles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IT &amp; compliance approvals create friction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80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🧠 </a:t>
            </a:r>
            <a:r>
              <a:rPr kumimoji="0" lang="en-US" altLang="en-US" sz="80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Implication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: Entry must avoid core system disruption.</a:t>
            </a:r>
          </a:p>
        </p:txBody>
      </p:sp>
      <p:sp>
        <p:nvSpPr>
          <p:cNvPr id="59" name="Rectangle 2">
            <a:extLst>
              <a:ext uri="{FF2B5EF4-FFF2-40B4-BE49-F238E27FC236}">
                <a16:creationId xmlns:a16="http://schemas.microsoft.com/office/drawing/2014/main" id="{3F1CDEEE-C883-685D-1AAE-75C672DD6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561" y="2281388"/>
            <a:ext cx="2816189" cy="2471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🚀 Position for Growth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Enter largest lending segment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Capture early AI adoption momentum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⚙️ Execute with Discipline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Pilot-first approach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Measurable KPIs before scaling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🛡️ Strengthen Credibility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Compliance-first architecture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Lower integration disruption</a:t>
            </a:r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8CD48FD8-F913-0C95-ABDC-EC256B208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746" y="1058224"/>
            <a:ext cx="48600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309030403020204" pitchFamily="49" charset="0"/>
                <a:ea typeface="Source Code Pro" panose="020B0309030403020204" pitchFamily="49" charset="0"/>
              </a:rPr>
              <a:t>Volume Stability &amp; Revenue Reliability</a:t>
            </a: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CD791C35-E0D9-6FB3-171D-CEFA92FED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747" y="2420611"/>
            <a:ext cx="48600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309030403020204" pitchFamily="49" charset="0"/>
                <a:ea typeface="Source Code Pro" panose="020B0309030403020204" pitchFamily="49" charset="0"/>
              </a:rPr>
              <a:t>Regulatory &amp; Reputational Exposure</a:t>
            </a:r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EB4B6CE2-DC42-454E-E1E2-E4D6ABA9C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746" y="3782251"/>
            <a:ext cx="48600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309030403020204" pitchFamily="49" charset="0"/>
                <a:ea typeface="Source Code Pro" panose="020B0309030403020204" pitchFamily="49" charset="0"/>
              </a:rPr>
              <a:t>Integration &amp; Execution Complexity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5E707847-4892-50F9-EFA4-2488BDB41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135" y="880694"/>
            <a:ext cx="2101040" cy="1400693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C61768F2-780C-55AA-9BE3-8CBCB9D72E40}"/>
              </a:ext>
            </a:extLst>
          </p:cNvPr>
          <p:cNvSpPr/>
          <p:nvPr/>
        </p:nvSpPr>
        <p:spPr>
          <a:xfrm>
            <a:off x="1389910" y="5385410"/>
            <a:ext cx="9412180" cy="569859"/>
          </a:xfrm>
          <a:prstGeom prst="rect">
            <a:avLst/>
          </a:prstGeom>
          <a:solidFill>
            <a:srgbClr val="8FFFCC"/>
          </a:solidFill>
          <a:ln w="19050">
            <a:solidFill>
              <a:srgbClr val="009A5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purchase-led, non-bank pilot strategy 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best 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addresses volume stability, regulatory exposure, and integration complexity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,</a:t>
            </a: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 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making it the most executable US entry path</a:t>
            </a:r>
            <a:endParaRPr lang="en-US" sz="1000" b="1">
              <a:solidFill>
                <a:schemeClr val="bg2">
                  <a:lumMod val="25000"/>
                </a:schemeClr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8198CA-D68F-C943-8239-57DEF131CCB5}"/>
              </a:ext>
            </a:extLst>
          </p:cNvPr>
          <p:cNvSpPr txBox="1"/>
          <p:nvPr/>
        </p:nvSpPr>
        <p:spPr>
          <a:xfrm>
            <a:off x="3258311" y="886707"/>
            <a:ext cx="580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01</a:t>
            </a:r>
            <a:endParaRPr lang="en-US" sz="105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21EA7B-1E48-F2A8-5BBC-F5D69D22C22B}"/>
              </a:ext>
            </a:extLst>
          </p:cNvPr>
          <p:cNvSpPr txBox="1"/>
          <p:nvPr/>
        </p:nvSpPr>
        <p:spPr>
          <a:xfrm>
            <a:off x="3258310" y="2249436"/>
            <a:ext cx="580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02</a:t>
            </a:r>
            <a:endParaRPr lang="en-US" sz="105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23044C-FB96-0D69-5ED6-24DCECCFB6EF}"/>
              </a:ext>
            </a:extLst>
          </p:cNvPr>
          <p:cNvSpPr txBox="1"/>
          <p:nvPr/>
        </p:nvSpPr>
        <p:spPr>
          <a:xfrm>
            <a:off x="3235249" y="3611735"/>
            <a:ext cx="580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03</a:t>
            </a:r>
            <a:endParaRPr lang="en-US" sz="105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E2DEB09-DB2A-ADE9-8439-CE4465152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022" y="1457343"/>
            <a:ext cx="540000" cy="540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A525FE6-1B41-64F8-44D1-7B8069E8E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022" y="2817974"/>
            <a:ext cx="540000" cy="540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E9B9559-C61F-C3CC-EC77-EC3AB3431C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310" y="4173676"/>
            <a:ext cx="540000" cy="54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2AC067-0BCD-1212-0DEE-A0C64DC41B5E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74495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769"/>
    </mc:Choice>
    <mc:Fallback xmlns="">
      <p:transition spd="slow" advTm="527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2558-36C7-239D-9FBE-1167C4CD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2BFA72-4831-E89F-CCA4-A8E1807F723C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7FBC4-14A8-859D-F54C-007C4BD17DD3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6AC15-D2AD-8C25-DE08-FDB05B2B3498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3C5CF7-BA05-3231-26FD-94AD5B6C8199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C42C1-0588-6B3F-1F36-BEB9BAF01E45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F4EC2E-3CEC-75D8-3C6B-359F11D3955A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10EFAB-493B-51C9-E498-233D6909932D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1EDECA-4BFB-79FC-57EB-5BBC23C40BCC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BCC82-C69E-4E71-9C4E-FA346F158DA0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6B758-A5AB-8E6D-FDA3-7AA64F321CFA}"/>
              </a:ext>
            </a:extLst>
          </p:cNvPr>
          <p:cNvSpPr/>
          <p:nvPr/>
        </p:nvSpPr>
        <p:spPr>
          <a:xfrm>
            <a:off x="6177546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158C58-2C28-EBAF-110C-1A5B790BC5D1}"/>
              </a:ext>
            </a:extLst>
          </p:cNvPr>
          <p:cNvSpPr txBox="1"/>
          <p:nvPr/>
        </p:nvSpPr>
        <p:spPr>
          <a:xfrm>
            <a:off x="688366" y="1619531"/>
            <a:ext cx="21570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01</a:t>
            </a:r>
            <a:endParaRPr lang="en-CA" sz="120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  <a:p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CRM-Adjacent System</a:t>
            </a:r>
          </a:p>
          <a:p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Integration</a:t>
            </a:r>
            <a:endParaRPr lang="en-US" sz="120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56EC40-E3BC-7DC0-6A77-F1797A08109E}"/>
              </a:ext>
            </a:extLst>
          </p:cNvPr>
          <p:cNvSpPr txBox="1"/>
          <p:nvPr/>
        </p:nvSpPr>
        <p:spPr>
          <a:xfrm>
            <a:off x="688361" y="3379387"/>
            <a:ext cx="21570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02</a:t>
            </a:r>
            <a:endParaRPr lang="en-CA" sz="120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  <a:p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Compliance by Design </a:t>
            </a:r>
          </a:p>
          <a:p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Architecture</a:t>
            </a:r>
            <a:endParaRPr lang="en-US" sz="120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5494F8-701D-0F0E-C525-FFA7E7D23540}"/>
              </a:ext>
            </a:extLst>
          </p:cNvPr>
          <p:cNvSpPr txBox="1"/>
          <p:nvPr/>
        </p:nvSpPr>
        <p:spPr>
          <a:xfrm>
            <a:off x="688361" y="4958460"/>
            <a:ext cx="21570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3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03</a:t>
            </a:r>
            <a:endParaRPr lang="en-CA" sz="1200" b="1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  <a:p>
            <a:pPr>
              <a:buNone/>
            </a:pPr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Modular Deployment &amp; </a:t>
            </a:r>
          </a:p>
          <a:p>
            <a:pPr>
              <a:buNone/>
            </a:pPr>
            <a:r>
              <a:rPr lang="en-CA" sz="1200" b="1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Controlled Exposure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4C45B630-718B-EFBB-54D1-60EB0676E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286" y="1616195"/>
            <a:ext cx="549547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Integrates with mortgage CRMs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(Salesforce FSC, Total Expert, Velocify)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Handles lead intake, engagement, and scheduling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05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050" b="1">
                <a:latin typeface="Source Code Pro" panose="020B0509030403020204" pitchFamily="49" charset="0"/>
                <a:ea typeface="Source Code Pro" panose="020B0509030403020204" pitchFamily="49" charset="0"/>
              </a:rPr>
              <a:t>Operates pre-underwriting</a:t>
            </a:r>
            <a:r>
              <a:rPr lang="en-US" altLang="en-US" sz="1050">
                <a:latin typeface="Source Code Pro" panose="020B0509030403020204" pitchFamily="49" charset="0"/>
                <a:ea typeface="Source Code Pro" panose="020B0509030403020204" pitchFamily="49" charset="0"/>
              </a:rPr>
              <a:t>, avoiding LOS replacement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4E43387A-179F-9723-3C3D-38C1676C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286" y="3244734"/>
            <a:ext cx="5443333" cy="122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Built-in consent capture and opt-out logic (TCPA-aligned)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Audit logging and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interaction traceability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Human in the loop escalation for edge cases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AI disclosures embedded in workflows</a:t>
            </a:r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87956524-0AE7-E5C3-6172-0B6E370D2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286" y="5034855"/>
            <a:ext cx="5495473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CRM integration required for pilots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LOS, POS</a:t>
            </a:r>
            <a:r>
              <a:rPr lang="en-US" altLang="en-US" sz="1050">
                <a:latin typeface="Source Code Pro" panose="020B0509030403020204" pitchFamily="49" charset="0"/>
                <a:ea typeface="Source Code Pro" panose="020B0509030403020204" pitchFamily="49" charset="0"/>
              </a:rPr>
              <a:t>, and MISMO integrations are optional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post-proof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Channel expansion deferred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until compliance is validated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493B62-A3C3-34A2-6034-93BDA1D7A120}"/>
              </a:ext>
            </a:extLst>
          </p:cNvPr>
          <p:cNvSpPr/>
          <p:nvPr/>
        </p:nvSpPr>
        <p:spPr>
          <a:xfrm>
            <a:off x="8970445" y="1661057"/>
            <a:ext cx="2200473" cy="579538"/>
          </a:xfrm>
          <a:prstGeom prst="rect">
            <a:avLst/>
          </a:prstGeom>
          <a:solidFill>
            <a:srgbClr val="CECEFE"/>
          </a:solidFill>
          <a:ln>
            <a:solidFill>
              <a:srgbClr val="5252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Reduced integration and IT approval friction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473BBD-3593-C74E-57AA-B531A29F773F}"/>
              </a:ext>
            </a:extLst>
          </p:cNvPr>
          <p:cNvSpPr/>
          <p:nvPr/>
        </p:nvSpPr>
        <p:spPr>
          <a:xfrm>
            <a:off x="8970446" y="2888317"/>
            <a:ext cx="2200473" cy="578286"/>
          </a:xfrm>
          <a:prstGeom prst="rect">
            <a:avLst/>
          </a:prstGeom>
          <a:solidFill>
            <a:srgbClr val="CECEFE"/>
          </a:solidFill>
          <a:ln>
            <a:solidFill>
              <a:srgbClr val="5252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Faster pilot deployment timelines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1CBE2B-3CE9-D952-9592-4047C74245BC}"/>
              </a:ext>
            </a:extLst>
          </p:cNvPr>
          <p:cNvSpPr/>
          <p:nvPr/>
        </p:nvSpPr>
        <p:spPr>
          <a:xfrm>
            <a:off x="8970446" y="4114325"/>
            <a:ext cx="2200473" cy="579538"/>
          </a:xfrm>
          <a:prstGeom prst="rect">
            <a:avLst/>
          </a:prstGeom>
          <a:solidFill>
            <a:srgbClr val="CECEFE"/>
          </a:solidFill>
          <a:ln>
            <a:solidFill>
              <a:srgbClr val="5252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Lower regulatory and operational risk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AAF777-CD86-235E-E494-4217CBE1CC5F}"/>
              </a:ext>
            </a:extLst>
          </p:cNvPr>
          <p:cNvSpPr/>
          <p:nvPr/>
        </p:nvSpPr>
        <p:spPr>
          <a:xfrm>
            <a:off x="8970446" y="5341584"/>
            <a:ext cx="2200473" cy="570983"/>
          </a:xfrm>
          <a:prstGeom prst="rect">
            <a:avLst/>
          </a:prstGeom>
          <a:solidFill>
            <a:srgbClr val="CECEFE"/>
          </a:solidFill>
          <a:ln>
            <a:solidFill>
              <a:srgbClr val="5252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Scalable foundation for future expansion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39ED37-F220-C195-4727-15A70A48CB60}"/>
              </a:ext>
            </a:extLst>
          </p:cNvPr>
          <p:cNvCxnSpPr>
            <a:cxnSpLocks/>
          </p:cNvCxnSpPr>
          <p:nvPr/>
        </p:nvCxnSpPr>
        <p:spPr>
          <a:xfrm>
            <a:off x="625746" y="2961379"/>
            <a:ext cx="7925012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DEDBA10-CF9E-18E9-5730-F914E79C7FFB}"/>
              </a:ext>
            </a:extLst>
          </p:cNvPr>
          <p:cNvCxnSpPr>
            <a:cxnSpLocks/>
          </p:cNvCxnSpPr>
          <p:nvPr/>
        </p:nvCxnSpPr>
        <p:spPr>
          <a:xfrm>
            <a:off x="688361" y="4751501"/>
            <a:ext cx="7925012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9B8BC7-BD54-A41F-9CAB-28FB108F21DE}"/>
              </a:ext>
            </a:extLst>
          </p:cNvPr>
          <p:cNvSpPr/>
          <p:nvPr/>
        </p:nvSpPr>
        <p:spPr>
          <a:xfrm>
            <a:off x="979351" y="875864"/>
            <a:ext cx="10233299" cy="360734"/>
          </a:xfrm>
          <a:prstGeom prst="rect">
            <a:avLst/>
          </a:prstGeom>
          <a:solidFill>
            <a:srgbClr val="8FFFCC"/>
          </a:solidFill>
          <a:ln w="19050">
            <a:solidFill>
              <a:srgbClr val="009A5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 b="1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Strategic Objective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: Enable compliant AI-driven lead engagement while preserving existing lender systems and regulatory controls</a:t>
            </a:r>
          </a:p>
          <a:p>
            <a:pPr algn="ctr">
              <a:lnSpc>
                <a:spcPct val="150000"/>
              </a:lnSpc>
            </a:pPr>
            <a:endParaRPr lang="en-US" sz="1000">
              <a:solidFill>
                <a:schemeClr val="bg2">
                  <a:lumMod val="25000"/>
                </a:schemeClr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5736C-53A5-F688-1C39-0AF9E7E9D16A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REGULATORY &amp; TECHNOLOGY FEASIBILITY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75E190-B418-4C6D-530B-8145011527EB}"/>
              </a:ext>
            </a:extLst>
          </p:cNvPr>
          <p:cNvSpPr txBox="1"/>
          <p:nvPr/>
        </p:nvSpPr>
        <p:spPr>
          <a:xfrm>
            <a:off x="552053" y="333866"/>
            <a:ext cx="78585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Deploying AI engagement within U.S. lender systems without disrupting core infrastructure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3835AE-8047-D37F-4542-2B75996CE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723D52-9E2E-FE46-3E90-D40B5AB333BF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61CD184-0E94-2FD7-4DA7-89313826F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E62512-ACF9-F485-29D7-CA681C1E97EA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82448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56"/>
    </mc:Choice>
    <mc:Fallback xmlns="">
      <p:transition spd="slow" advTm="5245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4386-2D1E-7986-0ADC-BF00173F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0BA58AE-C998-670C-267C-431AD4F7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4020"/>
              </p:ext>
            </p:extLst>
          </p:nvPr>
        </p:nvGraphicFramePr>
        <p:xfrm>
          <a:off x="428653" y="3801472"/>
          <a:ext cx="11334689" cy="2266002"/>
        </p:xfrm>
        <a:graphic>
          <a:graphicData uri="http://schemas.openxmlformats.org/drawingml/2006/table">
            <a:tbl>
              <a:tblPr/>
              <a:tblGrid>
                <a:gridCol w="973427">
                  <a:extLst>
                    <a:ext uri="{9D8B030D-6E8A-4147-A177-3AD203B41FA5}">
                      <a16:colId xmlns:a16="http://schemas.microsoft.com/office/drawing/2014/main" val="1850508977"/>
                    </a:ext>
                  </a:extLst>
                </a:gridCol>
                <a:gridCol w="1219415">
                  <a:extLst>
                    <a:ext uri="{9D8B030D-6E8A-4147-A177-3AD203B41FA5}">
                      <a16:colId xmlns:a16="http://schemas.microsoft.com/office/drawing/2014/main" val="839392061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816823749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2135028312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4235486598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304540183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1714734176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291358739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2708291921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2108717428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1926062484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4212108504"/>
                    </a:ext>
                  </a:extLst>
                </a:gridCol>
                <a:gridCol w="831077">
                  <a:extLst>
                    <a:ext uri="{9D8B030D-6E8A-4147-A177-3AD203B41FA5}">
                      <a16:colId xmlns:a16="http://schemas.microsoft.com/office/drawing/2014/main" val="2351930079"/>
                    </a:ext>
                  </a:extLst>
                </a:gridCol>
              </a:tblGrid>
              <a:tr h="272139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Timeline</a:t>
                      </a:r>
                      <a:r>
                        <a:rPr lang="en-CA" sz="900" b="1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2026</a:t>
                      </a:r>
                      <a:r>
                        <a:rPr lang="en-US" sz="900" b="1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8582"/>
                  </a:ext>
                </a:extLst>
              </a:tr>
              <a:tr h="2721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Jan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Feb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Mar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April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May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Jun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Jul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Aug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Sep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Oct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Nov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900" b="1" i="1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Dec</a:t>
                      </a: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400793"/>
                  </a:ext>
                </a:extLst>
              </a:tr>
              <a:tr h="56227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850" b="0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Regulatory &amp; Tech Design</a:t>
                      </a:r>
                    </a:p>
                  </a:txBody>
                  <a:tcPr marL="89178" marR="89178" marT="44589" marB="445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532181"/>
                  </a:ext>
                </a:extLst>
              </a:tr>
              <a:tr h="56227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850" b="0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Operating Readiness</a:t>
                      </a:r>
                    </a:p>
                  </a:txBody>
                  <a:tcPr marL="89178" marR="89178" marT="44589" marB="445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84818"/>
                  </a:ext>
                </a:extLst>
              </a:tr>
              <a:tr h="56227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850" b="0" i="0"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Pilot Launch​</a:t>
                      </a:r>
                    </a:p>
                  </a:txBody>
                  <a:tcPr marL="89178" marR="89178" marT="44589" marB="4458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800"/>
                        </a:lnSpc>
                        <a:buNone/>
                      </a:pPr>
                      <a:r>
                        <a:rPr lang="en-US" sz="85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​</a:t>
                      </a:r>
                    </a:p>
                  </a:txBody>
                  <a:tcPr marL="89178" marR="89178" marT="44589" marB="44589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6465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524754-889D-0685-7CDE-962A2BCA5E0E}"/>
              </a:ext>
            </a:extLst>
          </p:cNvPr>
          <p:cNvCxnSpPr>
            <a:cxnSpLocks/>
          </p:cNvCxnSpPr>
          <p:nvPr/>
        </p:nvCxnSpPr>
        <p:spPr>
          <a:xfrm>
            <a:off x="9271651" y="4385351"/>
            <a:ext cx="16730" cy="16920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3185BF-3BBF-6CA6-ABE7-1B92D483BFFA}"/>
              </a:ext>
            </a:extLst>
          </p:cNvPr>
          <p:cNvCxnSpPr>
            <a:cxnSpLocks/>
          </p:cNvCxnSpPr>
          <p:nvPr/>
        </p:nvCxnSpPr>
        <p:spPr>
          <a:xfrm>
            <a:off x="5110218" y="4375142"/>
            <a:ext cx="16730" cy="16920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A67E7E0-DBF4-F06A-97E9-26B590CDD108}"/>
              </a:ext>
            </a:extLst>
          </p:cNvPr>
          <p:cNvSpPr/>
          <p:nvPr/>
        </p:nvSpPr>
        <p:spPr>
          <a:xfrm>
            <a:off x="10010144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EAF26D-372F-4251-9012-894127CC0A04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78F32-DEF7-D1EE-3777-B89B7E9C965D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2E860E-0A62-F117-9ED3-5A4D5F68EA46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0CAC6E-404D-2784-6793-C1B0E02E5B71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D2815-96A1-0B7D-E4CC-EE009F8C959E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CE36C0-1764-5712-9E9C-F8C1DB21FBB3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335A2-AA8F-0C35-2EE8-30717AE2D13E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B4BA8-6F4E-A1DE-6696-E7DC839E9BC7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0E071C-B674-A01A-ADF4-09A6CE0A3715}"/>
              </a:ext>
            </a:extLst>
          </p:cNvPr>
          <p:cNvSpPr/>
          <p:nvPr/>
        </p:nvSpPr>
        <p:spPr>
          <a:xfrm>
            <a:off x="8093848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0223BD-3446-616A-BA38-3B5690355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40943"/>
              </p:ext>
            </p:extLst>
          </p:nvPr>
        </p:nvGraphicFramePr>
        <p:xfrm>
          <a:off x="428654" y="786999"/>
          <a:ext cx="11334691" cy="2706611"/>
        </p:xfrm>
        <a:graphic>
          <a:graphicData uri="http://schemas.openxmlformats.org/drawingml/2006/table">
            <a:tbl>
              <a:tblPr/>
              <a:tblGrid>
                <a:gridCol w="973426">
                  <a:extLst>
                    <a:ext uri="{9D8B030D-6E8A-4147-A177-3AD203B41FA5}">
                      <a16:colId xmlns:a16="http://schemas.microsoft.com/office/drawing/2014/main" val="643300295"/>
                    </a:ext>
                  </a:extLst>
                </a:gridCol>
                <a:gridCol w="1952622">
                  <a:extLst>
                    <a:ext uri="{9D8B030D-6E8A-4147-A177-3AD203B41FA5}">
                      <a16:colId xmlns:a16="http://schemas.microsoft.com/office/drawing/2014/main" val="1131814717"/>
                    </a:ext>
                  </a:extLst>
                </a:gridCol>
                <a:gridCol w="1682118">
                  <a:extLst>
                    <a:ext uri="{9D8B030D-6E8A-4147-A177-3AD203B41FA5}">
                      <a16:colId xmlns:a16="http://schemas.microsoft.com/office/drawing/2014/main" val="427954381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7757006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321890247"/>
                    </a:ext>
                  </a:extLst>
                </a:gridCol>
                <a:gridCol w="2192625">
                  <a:extLst>
                    <a:ext uri="{9D8B030D-6E8A-4147-A177-3AD203B41FA5}">
                      <a16:colId xmlns:a16="http://schemas.microsoft.com/office/drawing/2014/main" val="1887011883"/>
                    </a:ext>
                  </a:extLst>
                </a:gridCol>
              </a:tblGrid>
              <a:tr h="54015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Task</a:t>
                      </a:r>
                      <a:r>
                        <a:rPr lang="en-US" sz="900" b="1" i="0">
                          <a:solidFill>
                            <a:srgbClr val="FFFFFF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​</a:t>
                      </a:r>
                    </a:p>
                  </a:txBody>
                  <a:tcPr marL="88943" marR="88943" marT="44471" marB="444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Establish pilot governance &amp; compliance foundation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Operationalize compliance and internal controls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Design compliant, CRM-adjacent engagement experiences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83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Launch pilots with non-bank lenders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6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Evaluate performance and prep scale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36495"/>
                  </a:ext>
                </a:extLst>
              </a:tr>
              <a:tr h="18986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Actions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​</a:t>
                      </a:r>
                    </a:p>
                  </a:txBody>
                  <a:tcPr marL="88943" marR="88943" marT="44471" marB="444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Form U.S. compliance &amp; </a:t>
                      </a:r>
                      <a:r>
                        <a:rPr lang="en-US" sz="85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pilot team</a:t>
                      </a: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Engage legal counsel (TCPA, CFPB, state laws)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Define consent, opt-out, suppression rules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Select 1–2 </a:t>
                      </a:r>
                      <a:r>
                        <a:rPr lang="en-US" sz="85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non-bank pilot lenders</a:t>
                      </a: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Finalize AI disclosure scripts </a:t>
                      </a:r>
                      <a:b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Build </a:t>
                      </a: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audit logging &amp; reporting </a:t>
                      </a:r>
                      <a:b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Define human-in-the-loop escalation </a:t>
                      </a:r>
                      <a:b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Internal compliance playbooks &amp; training</a:t>
                      </a: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Design </a:t>
                      </a:r>
                      <a:r>
                        <a:rPr lang="en-US" sz="85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2–3 core workflows (lead intake, qualification, scheduling)</a:t>
                      </a: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CRM-only integrations (Salesforce / Total Expert / Velocify)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Chat + SMS deployment (no AI voice yet)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KPI framework (speed-to-contact, conversion)</a:t>
                      </a: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A8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Launch pilots with inbound, consented purchase leads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Monitor compliance + performance daily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Dedicated pilot support &amp; escalation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indent="-171450" algn="l" fontAlgn="base">
                        <a:lnSpc>
                          <a:spcPts val="1050"/>
                        </a:lnSpc>
                        <a:buSzPct val="80000"/>
                        <a:buFont typeface="Wingdings" panose="05000000000000000000" pitchFamily="2" charset="2"/>
                        <a:buChar char="q"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Weekly lender check-ins</a:t>
                      </a: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Analyze pilot KPIs &amp; compliance outcomes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Refine workflows and scripts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Decide expansion triggers (AI voice, more lenders) </a:t>
                      </a:r>
                      <a:br>
                        <a:rPr lang="en-US" sz="85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</a:b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5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Create scale-ready deployment toolkit</a:t>
                      </a: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310040"/>
                  </a:ext>
                </a:extLst>
              </a:tr>
              <a:tr h="2678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Estimations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​</a:t>
                      </a:r>
                    </a:p>
                  </a:txBody>
                  <a:tcPr marL="88943" marR="88943" marT="44471" marB="444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$300K – $500K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$250K – $400K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$350K – $600K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CA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$200K – $350K</a:t>
                      </a:r>
                      <a:endParaRPr lang="en-CA" sz="90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effectLst/>
                          <a:latin typeface="Source Code Pro" panose="020B0309030403020204" pitchFamily="49" charset="0"/>
                          <a:ea typeface="Source Code Pro" panose="020B0309030403020204" pitchFamily="49" charset="0"/>
                        </a:rPr>
                        <a:t>~$400K – $600K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Source Code Pro" panose="020B0309030403020204" pitchFamily="49" charset="0"/>
                        <a:ea typeface="Source Code Pro" panose="020B0309030403020204" pitchFamily="49" charset="0"/>
                      </a:endParaRPr>
                    </a:p>
                  </a:txBody>
                  <a:tcPr marL="88943" marR="88943" marT="44471" marB="4447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40838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7F42D3A-8D60-5526-4A09-FCA6CF2B7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091618"/>
              </p:ext>
            </p:extLst>
          </p:nvPr>
        </p:nvGraphicFramePr>
        <p:xfrm>
          <a:off x="1399992" y="3492500"/>
          <a:ext cx="10363352" cy="308963"/>
        </p:xfrm>
        <a:graphic>
          <a:graphicData uri="http://schemas.openxmlformats.org/drawingml/2006/table">
            <a:tbl>
              <a:tblPr/>
              <a:tblGrid>
                <a:gridCol w="3705408">
                  <a:extLst>
                    <a:ext uri="{9D8B030D-6E8A-4147-A177-3AD203B41FA5}">
                      <a16:colId xmlns:a16="http://schemas.microsoft.com/office/drawing/2014/main" val="3107251248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2670587249"/>
                    </a:ext>
                  </a:extLst>
                </a:gridCol>
                <a:gridCol w="2512664">
                  <a:extLst>
                    <a:ext uri="{9D8B030D-6E8A-4147-A177-3AD203B41FA5}">
                      <a16:colId xmlns:a16="http://schemas.microsoft.com/office/drawing/2014/main" val="2705787418"/>
                    </a:ext>
                  </a:extLst>
                </a:gridCol>
              </a:tblGrid>
              <a:tr h="30896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100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Stage 1​</a:t>
                      </a:r>
                      <a:endParaRPr lang="en-CA" b="0" i="0">
                        <a:solidFill>
                          <a:srgbClr val="FFFFFF"/>
                        </a:solidFill>
                        <a:effectLst/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100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Stage 2​</a:t>
                      </a:r>
                      <a:endParaRPr lang="en-CA" b="0" i="0">
                        <a:solidFill>
                          <a:srgbClr val="FFFFFF"/>
                        </a:solidFill>
                        <a:effectLst/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CA" sz="1000" b="0" i="0">
                          <a:solidFill>
                            <a:srgbClr val="FFFFFF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Stage 3​</a:t>
                      </a:r>
                      <a:endParaRPr lang="en-CA" b="0" i="0">
                        <a:solidFill>
                          <a:srgbClr val="FFFFFF"/>
                        </a:solidFill>
                        <a:effectLst/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9395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1F07906-3EA9-3EED-37A0-4DE33D0555DF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IMPLEMENTATION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EB4222-18DB-BEA4-C961-32D0D918554F}"/>
              </a:ext>
            </a:extLst>
          </p:cNvPr>
          <p:cNvSpPr txBox="1"/>
          <p:nvPr/>
        </p:nvSpPr>
        <p:spPr>
          <a:xfrm>
            <a:off x="552053" y="333866"/>
            <a:ext cx="785852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A phased roadmap designed to test, validate, and prepare Blanc Labs for U.S. market expansion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C51C3D-AC0F-40C2-13DE-71F7C65E4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25" name="Arrow: Pentagon 47">
            <a:extLst>
              <a:ext uri="{FF2B5EF4-FFF2-40B4-BE49-F238E27FC236}">
                <a16:creationId xmlns:a16="http://schemas.microsoft.com/office/drawing/2014/main" id="{4610AE88-6C1B-6816-954B-703576B9341E}"/>
              </a:ext>
            </a:extLst>
          </p:cNvPr>
          <p:cNvSpPr/>
          <p:nvPr/>
        </p:nvSpPr>
        <p:spPr>
          <a:xfrm>
            <a:off x="1489822" y="4459065"/>
            <a:ext cx="1535318" cy="396000"/>
          </a:xfrm>
          <a:prstGeom prst="homePlate">
            <a:avLst/>
          </a:prstGeom>
          <a:solidFill>
            <a:srgbClr val="CAEEF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Regulatory &amp; Tech Scoping</a:t>
            </a:r>
            <a:endParaRPr lang="en-CA" sz="800">
              <a:solidFill>
                <a:srgbClr val="FFFFF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7403C393-6633-8F45-28A7-35C6F42D2BAB}"/>
              </a:ext>
            </a:extLst>
          </p:cNvPr>
          <p:cNvSpPr/>
          <p:nvPr/>
        </p:nvSpPr>
        <p:spPr>
          <a:xfrm>
            <a:off x="2908032" y="4458773"/>
            <a:ext cx="1332000" cy="396000"/>
          </a:xfrm>
          <a:prstGeom prst="chevron">
            <a:avLst/>
          </a:prstGeom>
          <a:solidFill>
            <a:srgbClr val="CAEEF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base"/>
            <a:r>
              <a:rPr lang="en-US" sz="800">
                <a:solidFill>
                  <a:srgbClr val="0000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Architecture &amp; </a:t>
            </a:r>
          </a:p>
          <a:p>
            <a:pPr lvl="0" algn="ctr" fontAlgn="base"/>
            <a:r>
              <a:rPr lang="en-US" sz="800">
                <a:solidFill>
                  <a:srgbClr val="0000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Compliance Controls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AB97AAFE-BA78-2764-A989-B371B31CC711}"/>
              </a:ext>
            </a:extLst>
          </p:cNvPr>
          <p:cNvSpPr/>
          <p:nvPr/>
        </p:nvSpPr>
        <p:spPr>
          <a:xfrm>
            <a:off x="4121010" y="4458773"/>
            <a:ext cx="4289565" cy="396000"/>
          </a:xfrm>
          <a:prstGeom prst="chevron">
            <a:avLst/>
          </a:prstGeom>
          <a:solidFill>
            <a:srgbClr val="D1D1D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Design End-to-End Pilot Workflows</a:t>
            </a:r>
          </a:p>
        </p:txBody>
      </p:sp>
      <p:sp>
        <p:nvSpPr>
          <p:cNvPr id="48" name="Arrow: Pentagon 47">
            <a:extLst>
              <a:ext uri="{FF2B5EF4-FFF2-40B4-BE49-F238E27FC236}">
                <a16:creationId xmlns:a16="http://schemas.microsoft.com/office/drawing/2014/main" id="{74B264F5-6CE5-CC33-E0AA-039728003268}"/>
              </a:ext>
            </a:extLst>
          </p:cNvPr>
          <p:cNvSpPr/>
          <p:nvPr/>
        </p:nvSpPr>
        <p:spPr>
          <a:xfrm>
            <a:off x="1489822" y="5026877"/>
            <a:ext cx="2772000" cy="396000"/>
          </a:xfrm>
          <a:prstGeom prst="homePlate">
            <a:avLst/>
          </a:prstGeom>
          <a:solidFill>
            <a:srgbClr val="F2AA8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Establish Pilot Governance Team</a:t>
            </a: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40102834-E794-47C7-FB70-1C457D558B83}"/>
              </a:ext>
            </a:extLst>
          </p:cNvPr>
          <p:cNvSpPr/>
          <p:nvPr/>
        </p:nvSpPr>
        <p:spPr>
          <a:xfrm>
            <a:off x="4139848" y="5026877"/>
            <a:ext cx="2611472" cy="396000"/>
          </a:xfrm>
          <a:prstGeom prst="chevron">
            <a:avLst/>
          </a:prstGeom>
          <a:solidFill>
            <a:srgbClr val="F2AA8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Staff Pilot Support &amp; Monitoring</a:t>
            </a:r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84077AAC-7CA0-7B8D-5E60-E0AD9E91873B}"/>
              </a:ext>
            </a:extLst>
          </p:cNvPr>
          <p:cNvSpPr/>
          <p:nvPr/>
        </p:nvSpPr>
        <p:spPr>
          <a:xfrm>
            <a:off x="6638239" y="5022600"/>
            <a:ext cx="2611472" cy="396000"/>
          </a:xfrm>
          <a:prstGeom prst="chevron">
            <a:avLst/>
          </a:prstGeom>
          <a:solidFill>
            <a:srgbClr val="FBE3D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Operate Pilots &amp; Monitor Performance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9F3E58CC-F909-A1A2-CC53-850631922E19}"/>
              </a:ext>
            </a:extLst>
          </p:cNvPr>
          <p:cNvSpPr/>
          <p:nvPr/>
        </p:nvSpPr>
        <p:spPr>
          <a:xfrm>
            <a:off x="9128490" y="5022600"/>
            <a:ext cx="2553723" cy="396000"/>
          </a:xfrm>
          <a:prstGeom prst="chevron">
            <a:avLst/>
          </a:prstGeom>
          <a:solidFill>
            <a:srgbClr val="D9F2D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Measure Results &amp; Prepare 2027 Scale</a:t>
            </a:r>
          </a:p>
        </p:txBody>
      </p:sp>
      <p:sp>
        <p:nvSpPr>
          <p:cNvPr id="52" name="Arrow: Pentagon 47">
            <a:extLst>
              <a:ext uri="{FF2B5EF4-FFF2-40B4-BE49-F238E27FC236}">
                <a16:creationId xmlns:a16="http://schemas.microsoft.com/office/drawing/2014/main" id="{73390561-E5EE-58CF-22A7-359DE6E3CCC3}"/>
              </a:ext>
            </a:extLst>
          </p:cNvPr>
          <p:cNvSpPr/>
          <p:nvPr/>
        </p:nvSpPr>
        <p:spPr>
          <a:xfrm>
            <a:off x="4261250" y="5572628"/>
            <a:ext cx="1656000" cy="396000"/>
          </a:xfrm>
          <a:prstGeom prst="homePlate">
            <a:avLst/>
          </a:prstGeom>
          <a:solidFill>
            <a:srgbClr val="F2AA8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Internal Enablement </a:t>
            </a:r>
          </a:p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&amp; Readiness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4A9F937E-9F53-2865-26EF-E15CB329D7A6}"/>
              </a:ext>
            </a:extLst>
          </p:cNvPr>
          <p:cNvSpPr/>
          <p:nvPr/>
        </p:nvSpPr>
        <p:spPr>
          <a:xfrm>
            <a:off x="5799192" y="5572628"/>
            <a:ext cx="4289565" cy="396000"/>
          </a:xfrm>
          <a:prstGeom prst="chevron">
            <a:avLst/>
          </a:prstGeom>
          <a:solidFill>
            <a:srgbClr val="FBE3D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/>
            <a:r>
              <a:rPr lang="en-US" sz="80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Launch Controlled Lender Pilots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7385E-8425-B3B1-22A6-48F29D432ED0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07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7A999A4-9968-DB3A-381C-F6D83E762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EB9F51-73E1-CB66-EB62-0CB34B423255}"/>
              </a:ext>
            </a:extLst>
          </p:cNvPr>
          <p:cNvSpPr/>
          <p:nvPr/>
        </p:nvSpPr>
        <p:spPr>
          <a:xfrm>
            <a:off x="100101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17476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66"/>
    </mc:Choice>
    <mc:Fallback xmlns="">
      <p:transition spd="slow" advTm="5126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6F5E-C0DC-EAFB-C8FB-C30BB878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99A20D46-10C0-CA81-C082-6EB7D9BE65C9}"/>
              </a:ext>
            </a:extLst>
          </p:cNvPr>
          <p:cNvSpPr/>
          <p:nvPr/>
        </p:nvSpPr>
        <p:spPr>
          <a:xfrm>
            <a:off x="345493" y="1974694"/>
            <a:ext cx="274266" cy="790372"/>
          </a:xfrm>
          <a:prstGeom prst="rect">
            <a:avLst/>
          </a:prstGeom>
          <a:noFill/>
          <a:ln w="12700">
            <a:solidFill>
              <a:srgbClr val="191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91AF9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1</a:t>
            </a:r>
            <a:endParaRPr lang="en-CA" sz="1200" b="1">
              <a:solidFill>
                <a:srgbClr val="191AF9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646ED3E-3EDE-61D5-4A8B-0DBC8EE8207F}"/>
              </a:ext>
            </a:extLst>
          </p:cNvPr>
          <p:cNvSpPr/>
          <p:nvPr/>
        </p:nvSpPr>
        <p:spPr>
          <a:xfrm>
            <a:off x="345493" y="2817018"/>
            <a:ext cx="274266" cy="726281"/>
          </a:xfrm>
          <a:prstGeom prst="rect">
            <a:avLst/>
          </a:prstGeom>
          <a:noFill/>
          <a:ln w="12700">
            <a:solidFill>
              <a:srgbClr val="191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91AF9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2</a:t>
            </a:r>
            <a:endParaRPr lang="en-CA" sz="1200" b="1">
              <a:solidFill>
                <a:srgbClr val="191AF9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A1CE8A-E9A9-8D3C-E37A-1177C1A412D7}"/>
              </a:ext>
            </a:extLst>
          </p:cNvPr>
          <p:cNvSpPr/>
          <p:nvPr/>
        </p:nvSpPr>
        <p:spPr>
          <a:xfrm>
            <a:off x="343996" y="3598376"/>
            <a:ext cx="274266" cy="790372"/>
          </a:xfrm>
          <a:prstGeom prst="rect">
            <a:avLst/>
          </a:prstGeom>
          <a:noFill/>
          <a:ln w="12700">
            <a:solidFill>
              <a:srgbClr val="191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91AF9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3</a:t>
            </a:r>
            <a:endParaRPr lang="en-CA" sz="1200" b="1">
              <a:solidFill>
                <a:srgbClr val="191AF9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F8C14A-217C-0B75-4EE5-B54C86D169E1}"/>
              </a:ext>
            </a:extLst>
          </p:cNvPr>
          <p:cNvSpPr/>
          <p:nvPr/>
        </p:nvSpPr>
        <p:spPr>
          <a:xfrm>
            <a:off x="343996" y="4443081"/>
            <a:ext cx="274266" cy="657557"/>
          </a:xfrm>
          <a:prstGeom prst="rect">
            <a:avLst/>
          </a:prstGeom>
          <a:noFill/>
          <a:ln w="12700">
            <a:solidFill>
              <a:srgbClr val="191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91AF9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4</a:t>
            </a:r>
            <a:endParaRPr lang="en-CA" sz="1200" b="1">
              <a:solidFill>
                <a:srgbClr val="191AF9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B356D6F-400B-13B6-015A-3E7BC8E0BF85}"/>
              </a:ext>
            </a:extLst>
          </p:cNvPr>
          <p:cNvSpPr/>
          <p:nvPr/>
        </p:nvSpPr>
        <p:spPr>
          <a:xfrm>
            <a:off x="343996" y="5150598"/>
            <a:ext cx="274266" cy="800146"/>
          </a:xfrm>
          <a:prstGeom prst="rect">
            <a:avLst/>
          </a:prstGeom>
          <a:noFill/>
          <a:ln w="12700">
            <a:solidFill>
              <a:srgbClr val="191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91AF9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5</a:t>
            </a:r>
            <a:endParaRPr lang="en-CA" sz="1200" b="1">
              <a:solidFill>
                <a:srgbClr val="191AF9"/>
              </a:solidFill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6A37B2-C4CF-689C-FB1A-19ABB99CF493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DA65A7-1154-0351-BF81-ED1640A53449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BDE671-CAA6-33C4-EEA6-572536759AE5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35297B-5D41-0202-6396-BEDF13133545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B72D86-E6D3-8ED0-C286-5BA9CAAE7A58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4198E-9FE9-C270-C1DB-AC30A75E49C1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C300C-BB2F-C4AE-1709-774FC774F961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9A5CAB-B0A6-5773-160C-0F33E0D1DA1D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263F3-1292-A69B-8C02-E8CD835B7B7B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76FFA-29BB-3EE5-94BF-DF68B4E88CB6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FA80E-E269-30B8-3661-C2F1F357A4C8}"/>
              </a:ext>
            </a:extLst>
          </p:cNvPr>
          <p:cNvSpPr/>
          <p:nvPr/>
        </p:nvSpPr>
        <p:spPr>
          <a:xfrm>
            <a:off x="10010146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E4D1D55-73F1-29D3-BE65-444658834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654982"/>
              </p:ext>
            </p:extLst>
          </p:nvPr>
        </p:nvGraphicFramePr>
        <p:xfrm>
          <a:off x="600385" y="1955767"/>
          <a:ext cx="6653860" cy="40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930">
                  <a:extLst>
                    <a:ext uri="{9D8B030D-6E8A-4147-A177-3AD203B41FA5}">
                      <a16:colId xmlns:a16="http://schemas.microsoft.com/office/drawing/2014/main" val="3636343815"/>
                    </a:ext>
                  </a:extLst>
                </a:gridCol>
                <a:gridCol w="3326930">
                  <a:extLst>
                    <a:ext uri="{9D8B030D-6E8A-4147-A177-3AD203B41FA5}">
                      <a16:colId xmlns:a16="http://schemas.microsoft.com/office/drawing/2014/main" val="497681888"/>
                    </a:ext>
                  </a:extLst>
                </a:gridCol>
              </a:tblGrid>
              <a:tr h="3311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 i="0" kern="1200">
                          <a:solidFill>
                            <a:schemeClr val="tx1"/>
                          </a:solidFill>
                          <a:effectLst/>
                          <a:latin typeface="Source Code Pro" panose="020B0509030403020204" pitchFamily="49" charset="0"/>
                          <a:ea typeface="Source Code Pro" panose="020B0509030403020204" pitchFamily="49" charset="0"/>
                          <a:cs typeface="+mn-cs"/>
                        </a:rPr>
                        <a:t>Regulatory Breach (TCPA/CFPB)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Consent-First Design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88310"/>
                  </a:ext>
                </a:extLst>
              </a:tr>
              <a:tr h="506710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Automated SMS/AI voice without consent</a:t>
                      </a:r>
                    </a:p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Risk of fines, legal action, forced shutdown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Compliance-by-design</a:t>
                      </a:r>
                    </a:p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Express written consent</a:t>
                      </a:r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, opt-outs, audit logs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396124"/>
                  </a:ext>
                </a:extLst>
              </a:tr>
              <a:tr h="331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Reputational Damage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Controlled Pilots</a:t>
                      </a:r>
                      <a:endParaRPr lang="en-CA" sz="100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967118"/>
                  </a:ext>
                </a:extLst>
              </a:tr>
              <a:tr h="449093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Consumer complaints about AI</a:t>
                      </a:r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outreach</a:t>
                      </a:r>
                    </a:p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Negative press harms lender trust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Start with 1–2 non-bank lenders</a:t>
                      </a:r>
                    </a:p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Inbound leads only</a:t>
                      </a:r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, limited channels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38190"/>
                  </a:ext>
                </a:extLst>
              </a:tr>
              <a:tr h="331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Integration Delays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CRM-First Integration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603341"/>
                  </a:ext>
                </a:extLst>
              </a:tr>
              <a:tr h="518594">
                <a:tc>
                  <a:txBody>
                    <a:bodyPr/>
                    <a:lstStyle/>
                    <a:p>
                      <a:pPr algn="l"/>
                      <a:r>
                        <a:rPr lang="en-CA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Complex lender tech stacks</a:t>
                      </a:r>
                      <a:r>
                        <a:rPr lang="en-CA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(LOS, CRM, POS) Delays revenue &amp; pilots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Integrate CRM + lead intake</a:t>
                      </a:r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before LOS</a:t>
                      </a:r>
                    </a:p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Faster time-to-value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163865"/>
                  </a:ext>
                </a:extLst>
              </a:tr>
              <a:tr h="331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Long Sales Cycles (Banks)</a:t>
                      </a:r>
                      <a:endParaRPr lang="en-US" sz="100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Non-Bank Focus (Phase 1)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018770"/>
                  </a:ext>
                </a:extLst>
              </a:tr>
              <a:tr h="370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Slow procurement</a:t>
                      </a:r>
                      <a:r>
                        <a:rPr lang="en-CA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, </a:t>
                      </a:r>
                      <a:r>
                        <a:rPr lang="en-CA" sz="850" b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compliance</a:t>
                      </a:r>
                      <a:r>
                        <a:rPr lang="en-CA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reviews</a:t>
                      </a:r>
                      <a:endParaRPr lang="en-US" sz="85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Target non-bank lenders first</a:t>
                      </a:r>
                    </a:p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Shorter sales cycles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712056"/>
                  </a:ext>
                </a:extLst>
              </a:tr>
              <a:tr h="331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Data Privacy Breach</a:t>
                      </a:r>
                      <a:endParaRPr lang="en-US" sz="100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0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SOC 2 + Encryption</a:t>
                      </a:r>
                      <a:endParaRPr lang="en-US" sz="1000" b="1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D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45012"/>
                  </a:ext>
                </a:extLst>
              </a:tr>
              <a:tr h="518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Security incident</a:t>
                      </a:r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, loss of lender trust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Role-based access</a:t>
                      </a:r>
                    </a:p>
                    <a:p>
                      <a:pPr algn="l"/>
                      <a:r>
                        <a:rPr lang="en-US" sz="85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Audit logs, encryption, security reviews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59362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09FDBC3-9584-F2DA-96D7-34AAC69E6C9A}"/>
              </a:ext>
            </a:extLst>
          </p:cNvPr>
          <p:cNvCxnSpPr>
            <a:cxnSpLocks/>
          </p:cNvCxnSpPr>
          <p:nvPr/>
        </p:nvCxnSpPr>
        <p:spPr>
          <a:xfrm>
            <a:off x="714197" y="1816057"/>
            <a:ext cx="3066211" cy="0"/>
          </a:xfrm>
          <a:prstGeom prst="straightConnector1">
            <a:avLst/>
          </a:prstGeom>
          <a:ln>
            <a:solidFill>
              <a:srgbClr val="7979FB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16A22F-6CED-A5D2-4BBC-61B4882360CD}"/>
              </a:ext>
            </a:extLst>
          </p:cNvPr>
          <p:cNvSpPr txBox="1"/>
          <p:nvPr/>
        </p:nvSpPr>
        <p:spPr>
          <a:xfrm>
            <a:off x="1669941" y="1692947"/>
            <a:ext cx="135002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b="1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Risk Identified</a:t>
            </a:r>
            <a:endParaRPr lang="en-CA" sz="1000" b="1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08B9D1-0A95-62FF-EC1C-D2F65578DF75}"/>
              </a:ext>
            </a:extLst>
          </p:cNvPr>
          <p:cNvCxnSpPr>
            <a:cxnSpLocks/>
          </p:cNvCxnSpPr>
          <p:nvPr/>
        </p:nvCxnSpPr>
        <p:spPr>
          <a:xfrm>
            <a:off x="3987937" y="1816057"/>
            <a:ext cx="3066211" cy="0"/>
          </a:xfrm>
          <a:prstGeom prst="straightConnector1">
            <a:avLst/>
          </a:prstGeom>
          <a:ln>
            <a:solidFill>
              <a:srgbClr val="479A2A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B2E843B-F56F-4F0D-DA6D-DEB645C03A06}"/>
              </a:ext>
            </a:extLst>
          </p:cNvPr>
          <p:cNvSpPr txBox="1"/>
          <p:nvPr/>
        </p:nvSpPr>
        <p:spPr>
          <a:xfrm>
            <a:off x="4699589" y="1692947"/>
            <a:ext cx="164290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b="1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Mitigation Strategy</a:t>
            </a:r>
            <a:endParaRPr lang="en-CA" sz="1000" b="1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2D214E7-2549-6A95-B5E4-16C4247F2D0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19471230"/>
              </p:ext>
            </p:extLst>
          </p:nvPr>
        </p:nvGraphicFramePr>
        <p:xfrm>
          <a:off x="8238571" y="2276601"/>
          <a:ext cx="2993675" cy="305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735">
                  <a:extLst>
                    <a:ext uri="{9D8B030D-6E8A-4147-A177-3AD203B41FA5}">
                      <a16:colId xmlns:a16="http://schemas.microsoft.com/office/drawing/2014/main" val="1007449544"/>
                    </a:ext>
                  </a:extLst>
                </a:gridCol>
                <a:gridCol w="598735">
                  <a:extLst>
                    <a:ext uri="{9D8B030D-6E8A-4147-A177-3AD203B41FA5}">
                      <a16:colId xmlns:a16="http://schemas.microsoft.com/office/drawing/2014/main" val="1674973831"/>
                    </a:ext>
                  </a:extLst>
                </a:gridCol>
                <a:gridCol w="598735">
                  <a:extLst>
                    <a:ext uri="{9D8B030D-6E8A-4147-A177-3AD203B41FA5}">
                      <a16:colId xmlns:a16="http://schemas.microsoft.com/office/drawing/2014/main" val="943076846"/>
                    </a:ext>
                  </a:extLst>
                </a:gridCol>
                <a:gridCol w="598735">
                  <a:extLst>
                    <a:ext uri="{9D8B030D-6E8A-4147-A177-3AD203B41FA5}">
                      <a16:colId xmlns:a16="http://schemas.microsoft.com/office/drawing/2014/main" val="3197666421"/>
                    </a:ext>
                  </a:extLst>
                </a:gridCol>
                <a:gridCol w="598735">
                  <a:extLst>
                    <a:ext uri="{9D8B030D-6E8A-4147-A177-3AD203B41FA5}">
                      <a16:colId xmlns:a16="http://schemas.microsoft.com/office/drawing/2014/main" val="1990936528"/>
                    </a:ext>
                  </a:extLst>
                </a:gridCol>
              </a:tblGrid>
              <a:tr h="6103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088429"/>
                  </a:ext>
                </a:extLst>
              </a:tr>
              <a:tr h="6103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449712"/>
                  </a:ext>
                </a:extLst>
              </a:tr>
              <a:tr h="6103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569915"/>
                  </a:ext>
                </a:extLst>
              </a:tr>
              <a:tr h="6103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12927"/>
                  </a:ext>
                </a:extLst>
              </a:tr>
              <a:tr h="6103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3386"/>
                  </a:ext>
                </a:extLst>
              </a:tr>
            </a:tbl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DB1D9703-AC74-3304-1A15-D0938D556FCB}"/>
              </a:ext>
            </a:extLst>
          </p:cNvPr>
          <p:cNvSpPr>
            <a:spLocks noChangeAspect="1"/>
          </p:cNvSpPr>
          <p:nvPr/>
        </p:nvSpPr>
        <p:spPr>
          <a:xfrm>
            <a:off x="10764547" y="2405066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rgbClr val="002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EA46782-6945-3574-B3FE-C8C63BAAD1AB}"/>
              </a:ext>
            </a:extLst>
          </p:cNvPr>
          <p:cNvSpPr>
            <a:spLocks noChangeAspect="1"/>
          </p:cNvSpPr>
          <p:nvPr/>
        </p:nvSpPr>
        <p:spPr>
          <a:xfrm>
            <a:off x="10149655" y="3012097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rgbClr val="002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BA75180-9D72-5FDD-0301-54A901D9E608}"/>
              </a:ext>
            </a:extLst>
          </p:cNvPr>
          <p:cNvSpPr>
            <a:spLocks noChangeAspect="1"/>
          </p:cNvSpPr>
          <p:nvPr/>
        </p:nvSpPr>
        <p:spPr>
          <a:xfrm>
            <a:off x="9555408" y="3622396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rgbClr val="002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E506BEF-85AD-FBED-83EF-F6DA40DAAC75}"/>
              </a:ext>
            </a:extLst>
          </p:cNvPr>
          <p:cNvSpPr>
            <a:spLocks noChangeAspect="1"/>
          </p:cNvSpPr>
          <p:nvPr/>
        </p:nvSpPr>
        <p:spPr>
          <a:xfrm>
            <a:off x="10149655" y="3622396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rgbClr val="002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834957C-254A-23C2-6900-CF5CF2C7FC13}"/>
              </a:ext>
            </a:extLst>
          </p:cNvPr>
          <p:cNvSpPr>
            <a:spLocks noChangeAspect="1"/>
          </p:cNvSpPr>
          <p:nvPr/>
        </p:nvSpPr>
        <p:spPr>
          <a:xfrm>
            <a:off x="10149655" y="2405066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rgbClr val="0029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  <a:latin typeface="Georgia" panose="02040502050405020303" pitchFamily="18" charset="0"/>
              </a:rPr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DEC06B-D88F-A4D4-E8DE-3A9ADF472ED0}"/>
              </a:ext>
            </a:extLst>
          </p:cNvPr>
          <p:cNvCxnSpPr>
            <a:cxnSpLocks/>
          </p:cNvCxnSpPr>
          <p:nvPr/>
        </p:nvCxnSpPr>
        <p:spPr>
          <a:xfrm>
            <a:off x="8012196" y="5549003"/>
            <a:ext cx="3220050" cy="0"/>
          </a:xfrm>
          <a:prstGeom prst="straightConnector1">
            <a:avLst/>
          </a:prstGeom>
          <a:ln>
            <a:solidFill>
              <a:srgbClr val="0029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BC64B5-7206-C88C-4C5F-48588080F528}"/>
              </a:ext>
            </a:extLst>
          </p:cNvPr>
          <p:cNvCxnSpPr>
            <a:cxnSpLocks/>
          </p:cNvCxnSpPr>
          <p:nvPr/>
        </p:nvCxnSpPr>
        <p:spPr>
          <a:xfrm flipH="1" flipV="1">
            <a:off x="8012196" y="2209800"/>
            <a:ext cx="7168" cy="3339204"/>
          </a:xfrm>
          <a:prstGeom prst="straightConnector1">
            <a:avLst/>
          </a:prstGeom>
          <a:ln>
            <a:solidFill>
              <a:srgbClr val="0029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8996CA7-2C61-79D8-3EE3-496D8D88BF1B}"/>
              </a:ext>
            </a:extLst>
          </p:cNvPr>
          <p:cNvSpPr/>
          <p:nvPr/>
        </p:nvSpPr>
        <p:spPr>
          <a:xfrm>
            <a:off x="8868246" y="5759497"/>
            <a:ext cx="1593850" cy="3985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Georgia" panose="02040502050405020303" pitchFamily="18" charset="0"/>
              </a:rPr>
              <a:t>Probability</a:t>
            </a:r>
            <a:endParaRPr lang="en-IN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2EC3F7C-3E04-0A15-3545-D3CBBA56DCCB}"/>
              </a:ext>
            </a:extLst>
          </p:cNvPr>
          <p:cNvSpPr/>
          <p:nvPr/>
        </p:nvSpPr>
        <p:spPr>
          <a:xfrm>
            <a:off x="10279486" y="5565268"/>
            <a:ext cx="858925" cy="3214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Georgia" panose="02040502050405020303" pitchFamily="18" charset="0"/>
              </a:rPr>
              <a:t>very high</a:t>
            </a:r>
            <a:endParaRPr lang="en-IN" sz="9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C1CC99B-8DF0-62B8-0755-B4E0B3ACAFFF}"/>
              </a:ext>
            </a:extLst>
          </p:cNvPr>
          <p:cNvSpPr/>
          <p:nvPr/>
        </p:nvSpPr>
        <p:spPr>
          <a:xfrm>
            <a:off x="8088211" y="5567557"/>
            <a:ext cx="858925" cy="3214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Georgia" panose="02040502050405020303" pitchFamily="18" charset="0"/>
              </a:rPr>
              <a:t>very low</a:t>
            </a:r>
            <a:endParaRPr lang="en-IN" sz="9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2D8D228-B31A-48D6-70A0-AA09269E13AD}"/>
              </a:ext>
            </a:extLst>
          </p:cNvPr>
          <p:cNvSpPr/>
          <p:nvPr/>
        </p:nvSpPr>
        <p:spPr>
          <a:xfrm rot="16200000">
            <a:off x="7322034" y="4782863"/>
            <a:ext cx="858925" cy="3214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Georgia" panose="02040502050405020303" pitchFamily="18" charset="0"/>
              </a:rPr>
              <a:t>very low</a:t>
            </a:r>
            <a:endParaRPr lang="en-IN" sz="9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D1A1CC7-A1D9-649F-6AD6-7E282F57C3F2}"/>
              </a:ext>
            </a:extLst>
          </p:cNvPr>
          <p:cNvSpPr/>
          <p:nvPr/>
        </p:nvSpPr>
        <p:spPr>
          <a:xfrm rot="16200000">
            <a:off x="7334872" y="2544269"/>
            <a:ext cx="858925" cy="3214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Georgia" panose="02040502050405020303" pitchFamily="18" charset="0"/>
              </a:rPr>
              <a:t>very high</a:t>
            </a:r>
            <a:endParaRPr lang="en-IN" sz="9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98A5F4-3EE6-1915-E15F-29D89044E4F4}"/>
              </a:ext>
            </a:extLst>
          </p:cNvPr>
          <p:cNvSpPr>
            <a:spLocks noChangeAspect="1"/>
          </p:cNvSpPr>
          <p:nvPr/>
        </p:nvSpPr>
        <p:spPr>
          <a:xfrm>
            <a:off x="11568820" y="2768198"/>
            <a:ext cx="216000" cy="2001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>
              <a:latin typeface="Montserrat" pitchFamily="2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0D54DF-A6F9-26E5-05FF-7AED3F33743B}"/>
              </a:ext>
            </a:extLst>
          </p:cNvPr>
          <p:cNvSpPr>
            <a:spLocks noChangeAspect="1"/>
          </p:cNvSpPr>
          <p:nvPr/>
        </p:nvSpPr>
        <p:spPr>
          <a:xfrm>
            <a:off x="11568820" y="3622371"/>
            <a:ext cx="216000" cy="2001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>
              <a:latin typeface="Montserrat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4ADC7A-6003-32FE-6F01-1B2550F6CF3D}"/>
              </a:ext>
            </a:extLst>
          </p:cNvPr>
          <p:cNvSpPr>
            <a:spLocks noChangeAspect="1"/>
          </p:cNvSpPr>
          <p:nvPr/>
        </p:nvSpPr>
        <p:spPr>
          <a:xfrm>
            <a:off x="11568820" y="4476542"/>
            <a:ext cx="216000" cy="2001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>
              <a:latin typeface="Montserrat" pitchFamily="2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A7BBD4C-65A6-F972-1588-A18DCB6C76D3}"/>
              </a:ext>
            </a:extLst>
          </p:cNvPr>
          <p:cNvSpPr/>
          <p:nvPr/>
        </p:nvSpPr>
        <p:spPr>
          <a:xfrm>
            <a:off x="11176881" y="2968397"/>
            <a:ext cx="999879" cy="2697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Montserrat" pitchFamily="2" charset="0"/>
              </a:rPr>
              <a:t>Not Critical</a:t>
            </a:r>
            <a:endParaRPr lang="en-IN" sz="80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C7979AA-DB71-0E62-1A43-78768CC402E5}"/>
              </a:ext>
            </a:extLst>
          </p:cNvPr>
          <p:cNvSpPr/>
          <p:nvPr/>
        </p:nvSpPr>
        <p:spPr>
          <a:xfrm>
            <a:off x="11176881" y="3822570"/>
            <a:ext cx="999879" cy="2697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Montserrat" pitchFamily="2" charset="0"/>
              </a:rPr>
              <a:t>Near Critical</a:t>
            </a:r>
            <a:endParaRPr lang="en-IN" sz="80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7F1B6F3-29FB-7994-E50E-1053BFD107A6}"/>
              </a:ext>
            </a:extLst>
          </p:cNvPr>
          <p:cNvSpPr/>
          <p:nvPr/>
        </p:nvSpPr>
        <p:spPr>
          <a:xfrm>
            <a:off x="11176881" y="4676741"/>
            <a:ext cx="999879" cy="2697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Montserrat" pitchFamily="2" charset="0"/>
              </a:rPr>
              <a:t>Critical</a:t>
            </a:r>
            <a:endParaRPr lang="en-IN" sz="80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C7392C4-498F-7F49-5B00-E59A1BC51A97}"/>
              </a:ext>
            </a:extLst>
          </p:cNvPr>
          <p:cNvSpPr/>
          <p:nvPr/>
        </p:nvSpPr>
        <p:spPr>
          <a:xfrm rot="16200000">
            <a:off x="6796798" y="3625047"/>
            <a:ext cx="1593850" cy="3985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Georgia" panose="02040502050405020303" pitchFamily="18" charset="0"/>
              </a:rPr>
              <a:t>Impact</a:t>
            </a:r>
            <a:endParaRPr lang="en-IN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0F24048-F296-B1A8-6AE6-E448647D83A4}"/>
              </a:ext>
            </a:extLst>
          </p:cNvPr>
          <p:cNvSpPr/>
          <p:nvPr/>
        </p:nvSpPr>
        <p:spPr>
          <a:xfrm>
            <a:off x="1321365" y="824675"/>
            <a:ext cx="9549270" cy="604996"/>
          </a:xfrm>
          <a:prstGeom prst="rect">
            <a:avLst/>
          </a:prstGeom>
          <a:solidFill>
            <a:srgbClr val="8FFFCC"/>
          </a:solidFill>
          <a:ln w="19050">
            <a:solidFill>
              <a:srgbClr val="009A5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US market entry is feasible when regulatory, reputational, and execution risks are mitigated upfront through compliance by design and phased deployment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3CCE9D-39CC-6109-4E5C-7FDECB138CC9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RISKS AND MITIGATION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422780-EEFF-F263-4BB7-6EAA6DCB1C4F}"/>
              </a:ext>
            </a:extLst>
          </p:cNvPr>
          <p:cNvSpPr txBox="1"/>
          <p:nvPr/>
        </p:nvSpPr>
        <p:spPr>
          <a:xfrm>
            <a:off x="552053" y="333866"/>
            <a:ext cx="110878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Proactive risk management and phased mitigation strategies will protect Blanc Labs’ US expansion from regulatory and execution disruption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A07038D-FB3A-FBAF-1C6A-0F99CFAF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C26CECCC-A280-8BA5-EADA-3363D9B25DC2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08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818CE05-9F53-17A9-727A-FFD8F02B2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3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06"/>
    </mc:Choice>
    <mc:Fallback xmlns="">
      <p:transition spd="slow" advTm="5200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AC2AC86B-267C-5FA0-BC3D-56CC350D31D1}"/>
              </a:ext>
            </a:extLst>
          </p:cNvPr>
          <p:cNvSpPr txBox="1"/>
          <p:nvPr/>
        </p:nvSpPr>
        <p:spPr>
          <a:xfrm>
            <a:off x="552053" y="79599"/>
            <a:ext cx="41313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CONCLUSION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EE984A-EC25-942C-0552-A2849CA844FB}"/>
              </a:ext>
            </a:extLst>
          </p:cNvPr>
          <p:cNvSpPr txBox="1"/>
          <p:nvPr/>
        </p:nvSpPr>
        <p:spPr>
          <a:xfrm>
            <a:off x="552053" y="333866"/>
            <a:ext cx="110878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>
                <a:latin typeface="Source Code Pro" panose="020B0309030403020204" pitchFamily="49" charset="0"/>
                <a:ea typeface="Source Code Pro" panose="020B0309030403020204" pitchFamily="49" charset="0"/>
              </a:rPr>
              <a:t>A disciplined, purchase-led pilot strategy positions Blanc Labs to enter the U.S. market with speed, credibility, and scalable impact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EAFA8B5-445C-D409-7147-C81BAEE28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E3BD36DB-C5A0-E172-C7F5-129606265689}"/>
              </a:ext>
            </a:extLst>
          </p:cNvPr>
          <p:cNvSpPr/>
          <p:nvPr/>
        </p:nvSpPr>
        <p:spPr>
          <a:xfrm>
            <a:off x="428654" y="6399390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Overview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7544C4C-DD51-245C-857F-411B235987F8}"/>
              </a:ext>
            </a:extLst>
          </p:cNvPr>
          <p:cNvSpPr/>
          <p:nvPr/>
        </p:nvSpPr>
        <p:spPr>
          <a:xfrm>
            <a:off x="428654" y="6353672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7FC1AFF-8E12-89B5-3BE9-28AC55BCC41F}"/>
              </a:ext>
            </a:extLst>
          </p:cNvPr>
          <p:cNvSpPr/>
          <p:nvPr/>
        </p:nvSpPr>
        <p:spPr>
          <a:xfrm>
            <a:off x="2344952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Market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FACCE8-76E9-A6EA-74FC-C0D25D6E1E75}"/>
              </a:ext>
            </a:extLst>
          </p:cNvPr>
          <p:cNvSpPr/>
          <p:nvPr/>
        </p:nvSpPr>
        <p:spPr>
          <a:xfrm>
            <a:off x="2344952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F395AE3-3A97-87FC-E754-10CE07B71F5A}"/>
              </a:ext>
            </a:extLst>
          </p:cNvPr>
          <p:cNvSpPr/>
          <p:nvPr/>
        </p:nvSpPr>
        <p:spPr>
          <a:xfrm>
            <a:off x="4261250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Alternatives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EDF9FC-5056-07C9-58D9-01A224E51139}"/>
              </a:ext>
            </a:extLst>
          </p:cNvPr>
          <p:cNvSpPr/>
          <p:nvPr/>
        </p:nvSpPr>
        <p:spPr>
          <a:xfrm>
            <a:off x="4261250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23843A-0EDB-FC1C-C2E4-945CEEB388CE}"/>
              </a:ext>
            </a:extLst>
          </p:cNvPr>
          <p:cNvSpPr/>
          <p:nvPr/>
        </p:nvSpPr>
        <p:spPr>
          <a:xfrm>
            <a:off x="6177548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Solution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C542EB8-2325-B9A8-ABAD-A1F180FC3830}"/>
              </a:ext>
            </a:extLst>
          </p:cNvPr>
          <p:cNvSpPr/>
          <p:nvPr/>
        </p:nvSpPr>
        <p:spPr>
          <a:xfrm>
            <a:off x="6177548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13AA95-C7F7-3983-CFAA-C2A3DD59A9F7}"/>
              </a:ext>
            </a:extLst>
          </p:cNvPr>
          <p:cNvSpPr/>
          <p:nvPr/>
        </p:nvSpPr>
        <p:spPr>
          <a:xfrm>
            <a:off x="8093846" y="6400094"/>
            <a:ext cx="1753200" cy="30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rgbClr val="1C1BFB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Execution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CAA75B3-C838-72E5-D7C5-EB6604CB61A2}"/>
              </a:ext>
            </a:extLst>
          </p:cNvPr>
          <p:cNvSpPr/>
          <p:nvPr/>
        </p:nvSpPr>
        <p:spPr>
          <a:xfrm>
            <a:off x="8093846" y="6354376"/>
            <a:ext cx="1753200" cy="45719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B4E7BC-D766-2753-52C5-A21655C7DB50}"/>
              </a:ext>
            </a:extLst>
          </p:cNvPr>
          <p:cNvSpPr/>
          <p:nvPr/>
        </p:nvSpPr>
        <p:spPr>
          <a:xfrm>
            <a:off x="10010146" y="6353672"/>
            <a:ext cx="1753200" cy="346358"/>
          </a:xfrm>
          <a:prstGeom prst="rect">
            <a:avLst/>
          </a:prstGeom>
          <a:solidFill>
            <a:srgbClr val="1C1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>
                <a:latin typeface="Source Code Pro" panose="020B0309030403020204" pitchFamily="49" charset="0"/>
                <a:ea typeface="Source Code Pro" panose="020B0309030403020204" pitchFamily="49" charset="0"/>
              </a:rPr>
              <a:t>Impact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BBE0F21-7FF2-19FE-9D0F-7288791CE171}"/>
              </a:ext>
            </a:extLst>
          </p:cNvPr>
          <p:cNvCxnSpPr/>
          <p:nvPr/>
        </p:nvCxnSpPr>
        <p:spPr>
          <a:xfrm>
            <a:off x="1562100" y="1203960"/>
            <a:ext cx="0" cy="4140000"/>
          </a:xfrm>
          <a:prstGeom prst="line">
            <a:avLst/>
          </a:prstGeom>
          <a:ln w="28575">
            <a:solidFill>
              <a:srgbClr val="1C1B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28C39D2C-97D4-DABC-A798-6AF9D17952C7}"/>
              </a:ext>
            </a:extLst>
          </p:cNvPr>
          <p:cNvSpPr>
            <a:spLocks noChangeAspect="1"/>
          </p:cNvSpPr>
          <p:nvPr/>
        </p:nvSpPr>
        <p:spPr>
          <a:xfrm>
            <a:off x="1472100" y="1113959"/>
            <a:ext cx="180000" cy="180000"/>
          </a:xfrm>
          <a:prstGeom prst="ellipse">
            <a:avLst/>
          </a:prstGeom>
          <a:solidFill>
            <a:srgbClr val="1C1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DEEC75C-D5AD-077A-EE0D-CED21C66A6E2}"/>
              </a:ext>
            </a:extLst>
          </p:cNvPr>
          <p:cNvSpPr>
            <a:spLocks noChangeAspect="1"/>
          </p:cNvSpPr>
          <p:nvPr/>
        </p:nvSpPr>
        <p:spPr>
          <a:xfrm>
            <a:off x="1472100" y="5243297"/>
            <a:ext cx="180000" cy="180000"/>
          </a:xfrm>
          <a:prstGeom prst="ellipse">
            <a:avLst/>
          </a:prstGeom>
          <a:solidFill>
            <a:srgbClr val="1C1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756398D-2044-5EAB-0C25-C682D35B9241}"/>
              </a:ext>
            </a:extLst>
          </p:cNvPr>
          <p:cNvSpPr>
            <a:spLocks noChangeAspect="1"/>
          </p:cNvSpPr>
          <p:nvPr/>
        </p:nvSpPr>
        <p:spPr>
          <a:xfrm>
            <a:off x="1472100" y="4210961"/>
            <a:ext cx="180000" cy="180000"/>
          </a:xfrm>
          <a:prstGeom prst="ellipse">
            <a:avLst/>
          </a:prstGeom>
          <a:solidFill>
            <a:srgbClr val="1C1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765375-6159-0EA5-4DA9-067F48FE2DFC}"/>
              </a:ext>
            </a:extLst>
          </p:cNvPr>
          <p:cNvSpPr>
            <a:spLocks noChangeAspect="1"/>
          </p:cNvSpPr>
          <p:nvPr/>
        </p:nvSpPr>
        <p:spPr>
          <a:xfrm>
            <a:off x="1472100" y="3178627"/>
            <a:ext cx="180000" cy="180000"/>
          </a:xfrm>
          <a:prstGeom prst="ellipse">
            <a:avLst/>
          </a:prstGeom>
          <a:solidFill>
            <a:srgbClr val="1C1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30403B1-2848-A4B9-7278-8CF9A7D0B186}"/>
              </a:ext>
            </a:extLst>
          </p:cNvPr>
          <p:cNvSpPr>
            <a:spLocks noChangeAspect="1"/>
          </p:cNvSpPr>
          <p:nvPr/>
        </p:nvSpPr>
        <p:spPr>
          <a:xfrm>
            <a:off x="1472100" y="2146293"/>
            <a:ext cx="180000" cy="180000"/>
          </a:xfrm>
          <a:prstGeom prst="ellipse">
            <a:avLst/>
          </a:prstGeom>
          <a:solidFill>
            <a:srgbClr val="1C1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973AF7-6A36-3109-FC03-4400F110AC92}"/>
              </a:ext>
            </a:extLst>
          </p:cNvPr>
          <p:cNvSpPr txBox="1"/>
          <p:nvPr/>
        </p:nvSpPr>
        <p:spPr>
          <a:xfrm>
            <a:off x="311661" y="1068936"/>
            <a:ext cx="10420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Issues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351A04-9921-5CBB-91F0-CBD41273B9F4}"/>
              </a:ext>
            </a:extLst>
          </p:cNvPr>
          <p:cNvSpPr txBox="1"/>
          <p:nvPr/>
        </p:nvSpPr>
        <p:spPr>
          <a:xfrm>
            <a:off x="311661" y="2105722"/>
            <a:ext cx="10420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Problem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F7C6DA-4414-F8DA-6A2F-DC90D3DA084A}"/>
              </a:ext>
            </a:extLst>
          </p:cNvPr>
          <p:cNvSpPr txBox="1"/>
          <p:nvPr/>
        </p:nvSpPr>
        <p:spPr>
          <a:xfrm>
            <a:off x="311661" y="3100881"/>
            <a:ext cx="10420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Solution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F605DD-62B4-623D-48F0-21448B408096}"/>
              </a:ext>
            </a:extLst>
          </p:cNvPr>
          <p:cNvSpPr txBox="1"/>
          <p:nvPr/>
        </p:nvSpPr>
        <p:spPr>
          <a:xfrm>
            <a:off x="311661" y="4170121"/>
            <a:ext cx="10420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Components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8CD760-CCA7-44A7-89D4-51A751801FFE}"/>
              </a:ext>
            </a:extLst>
          </p:cNvPr>
          <p:cNvSpPr txBox="1"/>
          <p:nvPr/>
        </p:nvSpPr>
        <p:spPr>
          <a:xfrm>
            <a:off x="311661" y="5179247"/>
            <a:ext cx="10420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>
                <a:latin typeface="Source Code Pro" panose="020B0309030403020204" pitchFamily="49" charset="0"/>
                <a:ea typeface="Source Code Pro" panose="020B0309030403020204" pitchFamily="49" charset="0"/>
                <a:cs typeface="Sans Serif Collection" panose="020B0502040504020204" pitchFamily="34" charset="0"/>
              </a:rPr>
              <a:t>Impact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647704A-56E9-ABAC-5352-CFD9C5AAF4AE}"/>
              </a:ext>
            </a:extLst>
          </p:cNvPr>
          <p:cNvSpPr/>
          <p:nvPr/>
        </p:nvSpPr>
        <p:spPr>
          <a:xfrm>
            <a:off x="1938575" y="916322"/>
            <a:ext cx="3199275" cy="5668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04243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Highly fragmented U.S. regulation (federal + 50 states)</a:t>
            </a:r>
            <a:endParaRPr lang="en-CA" sz="1000">
              <a:solidFill>
                <a:srgbClr val="042433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26E869C-F9F7-5AC7-C013-622112767B1E}"/>
              </a:ext>
            </a:extLst>
          </p:cNvPr>
          <p:cNvSpPr/>
          <p:nvPr/>
        </p:nvSpPr>
        <p:spPr>
          <a:xfrm>
            <a:off x="5253275" y="916322"/>
            <a:ext cx="3199275" cy="5668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04243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Zero tolerance for compliance or AI governance errors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A90B1B8-DBA3-508E-D309-30BF1D28843B}"/>
              </a:ext>
            </a:extLst>
          </p:cNvPr>
          <p:cNvSpPr/>
          <p:nvPr/>
        </p:nvSpPr>
        <p:spPr>
          <a:xfrm>
            <a:off x="8567975" y="916322"/>
            <a:ext cx="3199275" cy="5668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04243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Margin pressure + need for faster borrower engagement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82FF8C4-A51D-43AC-1396-A2AA2CD77B18}"/>
              </a:ext>
            </a:extLst>
          </p:cNvPr>
          <p:cNvSpPr/>
          <p:nvPr/>
        </p:nvSpPr>
        <p:spPr>
          <a:xfrm>
            <a:off x="1966631" y="1947907"/>
            <a:ext cx="9796713" cy="5668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Source Code Pro" panose="020B0509030403020204" pitchFamily="49" charset="0"/>
                <a:ea typeface="Source Code Pro" panose="020B0509030403020204" pitchFamily="49" charset="0"/>
              </a:rPr>
              <a:t>Lenders struggle to engage high-intent purchase borrowers quickly without increasing </a:t>
            </a:r>
          </a:p>
          <a:p>
            <a:pPr algn="ctr"/>
            <a:r>
              <a:rPr lang="en-US" sz="1000">
                <a:latin typeface="Source Code Pro" panose="020B0509030403020204" pitchFamily="49" charset="0"/>
                <a:ea typeface="Source Code Pro" panose="020B0509030403020204" pitchFamily="49" charset="0"/>
              </a:rPr>
              <a:t>compliance or reputational risk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F469441-190E-094F-C993-CBC808D5940D}"/>
              </a:ext>
            </a:extLst>
          </p:cNvPr>
          <p:cNvSpPr/>
          <p:nvPr/>
        </p:nvSpPr>
        <p:spPr>
          <a:xfrm>
            <a:off x="1966631" y="2979492"/>
            <a:ext cx="9796711" cy="566838"/>
          </a:xfrm>
          <a:prstGeom prst="roundRect">
            <a:avLst/>
          </a:prstGeom>
          <a:solidFill>
            <a:srgbClr val="CB8D59"/>
          </a:solidFill>
          <a:ln>
            <a:solidFill>
              <a:srgbClr val="895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Source Code Pro" panose="020B0509030403020204" pitchFamily="49" charset="0"/>
                <a:ea typeface="Source Code Pro" panose="020B0509030403020204" pitchFamily="49" charset="0"/>
              </a:rPr>
              <a:t>Compliance-first AI lead engagement focused on upstream purchase mortgage interactions, deployed through controlled pilots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4247C39-39CE-2FC9-9C70-7C9C7E6C044B}"/>
              </a:ext>
            </a:extLst>
          </p:cNvPr>
          <p:cNvSpPr/>
          <p:nvPr/>
        </p:nvSpPr>
        <p:spPr>
          <a:xfrm>
            <a:off x="1966631" y="4011078"/>
            <a:ext cx="3199275" cy="566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Clear Entry Wedge</a:t>
            </a:r>
            <a:br>
              <a:rPr lang="en-US" sz="100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00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Purchase mortgage lead engagement (non-bank lenders)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15FA80C-57EC-0CE3-F276-EACC9251E74D}"/>
              </a:ext>
            </a:extLst>
          </p:cNvPr>
          <p:cNvGrpSpPr>
            <a:grpSpLocks noChangeAspect="1"/>
          </p:cNvGrpSpPr>
          <p:nvPr/>
        </p:nvGrpSpPr>
        <p:grpSpPr>
          <a:xfrm>
            <a:off x="6535384" y="4995263"/>
            <a:ext cx="635057" cy="625719"/>
            <a:chOff x="8589717" y="4407645"/>
            <a:chExt cx="925688" cy="912076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BB6DC27-9F9F-A689-2DF3-DBE35AF8A9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9717" y="4407645"/>
              <a:ext cx="925688" cy="9120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000">
                <a:latin typeface="Source Code Pro" panose="020B0509030403020204" pitchFamily="49" charset="0"/>
                <a:ea typeface="Source Code Pro" panose="020B0509030403020204" pitchFamily="49" charset="0"/>
              </a:endParaRPr>
            </a:p>
          </p:txBody>
        </p:sp>
        <p:pic>
          <p:nvPicPr>
            <p:cNvPr id="95" name="Content Placeholder 8">
              <a:extLst>
                <a:ext uri="{FF2B5EF4-FFF2-40B4-BE49-F238E27FC236}">
                  <a16:creationId xmlns:a16="http://schemas.microsoft.com/office/drawing/2014/main" id="{D3CA2A20-28EC-E698-3B21-365AEA616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9161" y="4573265"/>
              <a:ext cx="586800" cy="5868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15DD084-EA38-640D-D3AC-3023E4C7CA69}"/>
              </a:ext>
            </a:extLst>
          </p:cNvPr>
          <p:cNvGrpSpPr>
            <a:grpSpLocks noChangeAspect="1"/>
          </p:cNvGrpSpPr>
          <p:nvPr/>
        </p:nvGrpSpPr>
        <p:grpSpPr>
          <a:xfrm>
            <a:off x="9850084" y="4995263"/>
            <a:ext cx="635057" cy="625719"/>
            <a:chOff x="9790582" y="3167654"/>
            <a:chExt cx="925688" cy="91207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59F6410-6AAC-FAAE-CE4F-E59E37094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0582" y="3167654"/>
              <a:ext cx="925688" cy="9120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000">
                <a:latin typeface="Source Code Pro" panose="020B0509030403020204" pitchFamily="49" charset="0"/>
                <a:ea typeface="Source Code Pro" panose="020B0509030403020204" pitchFamily="49" charset="0"/>
              </a:endParaRPr>
            </a:p>
          </p:txBody>
        </p:sp>
        <p:pic>
          <p:nvPicPr>
            <p:cNvPr id="98" name="Content Placeholder 12">
              <a:extLst>
                <a:ext uri="{FF2B5EF4-FFF2-40B4-BE49-F238E27FC236}">
                  <a16:creationId xmlns:a16="http://schemas.microsoft.com/office/drawing/2014/main" id="{A36CABD6-0460-D9CD-6B68-2FF008D8C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0026" y="3325155"/>
              <a:ext cx="586800" cy="586800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736105D-8B85-274A-4F5A-B63D8DE357AF}"/>
              </a:ext>
            </a:extLst>
          </p:cNvPr>
          <p:cNvGrpSpPr>
            <a:grpSpLocks noChangeAspect="1"/>
          </p:cNvGrpSpPr>
          <p:nvPr/>
        </p:nvGrpSpPr>
        <p:grpSpPr>
          <a:xfrm>
            <a:off x="3248740" y="4995264"/>
            <a:ext cx="635057" cy="625719"/>
            <a:chOff x="3380582" y="4620584"/>
            <a:chExt cx="925688" cy="912076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5186131-8F88-F861-90FA-C4EAC1F753DD}"/>
                </a:ext>
              </a:extLst>
            </p:cNvPr>
            <p:cNvSpPr/>
            <p:nvPr/>
          </p:nvSpPr>
          <p:spPr>
            <a:xfrm>
              <a:off x="3380582" y="4620584"/>
              <a:ext cx="925688" cy="9120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accent6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000">
                <a:latin typeface="Source Code Pro" panose="020B0509030403020204" pitchFamily="49" charset="0"/>
                <a:ea typeface="Source Code Pro" panose="020B0509030403020204" pitchFamily="49" charset="0"/>
              </a:endParaRPr>
            </a:p>
          </p:txBody>
        </p:sp>
        <p:pic>
          <p:nvPicPr>
            <p:cNvPr id="100" name="Content Placeholder 4">
              <a:extLst>
                <a:ext uri="{FF2B5EF4-FFF2-40B4-BE49-F238E27FC236}">
                  <a16:creationId xmlns:a16="http://schemas.microsoft.com/office/drawing/2014/main" id="{E984122B-AC62-340E-69E6-DAF3945AE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0876" y="4784072"/>
              <a:ext cx="585100" cy="585100"/>
            </a:xfrm>
            <a:prstGeom prst="rect">
              <a:avLst/>
            </a:prstGeom>
            <a:ln w="28575">
              <a:noFill/>
              <a:prstDash val="dashDot"/>
            </a:ln>
          </p:spPr>
        </p:pic>
      </p:grp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EB2D8B7-0C9F-4CC8-138C-AAB76D627528}"/>
              </a:ext>
            </a:extLst>
          </p:cNvPr>
          <p:cNvSpPr/>
          <p:nvPr/>
        </p:nvSpPr>
        <p:spPr>
          <a:xfrm>
            <a:off x="1938574" y="5530021"/>
            <a:ext cx="3199275" cy="62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Credibility with lenders &amp; regulators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B2B15DBC-EDBD-797D-3FC8-A3351474DD8C}"/>
              </a:ext>
            </a:extLst>
          </p:cNvPr>
          <p:cNvSpPr/>
          <p:nvPr/>
        </p:nvSpPr>
        <p:spPr>
          <a:xfrm>
            <a:off x="5253275" y="5530021"/>
            <a:ext cx="3199275" cy="62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Reduced adoption and reputational risk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FECCB228-C4DB-4EE2-75DC-9C8FD3EF7E0B}"/>
              </a:ext>
            </a:extLst>
          </p:cNvPr>
          <p:cNvSpPr/>
          <p:nvPr/>
        </p:nvSpPr>
        <p:spPr>
          <a:xfrm>
            <a:off x="8567975" y="5532320"/>
            <a:ext cx="3199275" cy="62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Scalable U.S. growth path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44D653C-1271-A0EE-FEA3-EABBEA8EFEBD}"/>
              </a:ext>
            </a:extLst>
          </p:cNvPr>
          <p:cNvSpPr/>
          <p:nvPr/>
        </p:nvSpPr>
        <p:spPr>
          <a:xfrm>
            <a:off x="5267303" y="4019018"/>
            <a:ext cx="3199275" cy="566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Compliance by Design Platform</a:t>
            </a:r>
            <a:b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00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TCPA consent, audit logs, human handoff, CRM adjacent deployment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CA755A5-A5A8-6E38-EE89-B39C16CB2F52}"/>
              </a:ext>
            </a:extLst>
          </p:cNvPr>
          <p:cNvSpPr/>
          <p:nvPr/>
        </p:nvSpPr>
        <p:spPr>
          <a:xfrm>
            <a:off x="8567975" y="4019018"/>
            <a:ext cx="3199275" cy="5668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Phased Execution Model</a:t>
            </a:r>
            <a:br>
              <a:rPr lang="en-US" sz="1000" b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00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Pilot → expand → scale with proof gates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0AFE02-52FE-6DDD-174D-2857D61A6856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09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E4424D02-8403-EBD7-98D5-4A598E2082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2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33"/>
    </mc:Choice>
    <mc:Fallback xmlns="">
      <p:transition spd="slow" advTm="4853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0F80-DA09-7B70-DD01-F85897032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FECC-916D-EC56-1E04-8DA9E189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54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ource Code Pro" panose="020B0309030403020204" pitchFamily="49" charset="0"/>
                <a:ea typeface="Source Code Pro" panose="020B0309030403020204" pitchFamily="49" charset="0"/>
              </a:rPr>
              <a:t>Appendix-1</a:t>
            </a:r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FEC8-8F1A-322C-28F5-C9F1E512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Consent-first engagement model (no cold outbound AI calls)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Full audit logging and opt-out management built into workflow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Human escalation for complex or sensitive borrower interactions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Bias monitoring and explainability safeguards aligned with CFPB and FTC guidance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CRM-adjacent deployment to limit access to sensitive underwriting systems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b="1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latin typeface="Source Code Pro" panose="020B0309030403020204" pitchFamily="49" charset="0"/>
                <a:ea typeface="Source Code Pro" panose="020B0309030403020204" pitchFamily="49" charset="0"/>
              </a:rPr>
              <a:t>Implication: </a:t>
            </a: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Compliance is embedded into architecture — not layered on post-deployment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C1E70-C613-740B-BB12-4E343568BD2B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BD06B-1696-0850-F800-FFC56B47F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F7AB4A-F2C7-AC2F-1D3F-EA393EED3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D910DA6-2C30-1E70-16A3-AC5B6201BCB2}"/>
              </a:ext>
            </a:extLst>
          </p:cNvPr>
          <p:cNvSpPr txBox="1">
            <a:spLocks/>
          </p:cNvSpPr>
          <p:nvPr/>
        </p:nvSpPr>
        <p:spPr>
          <a:xfrm>
            <a:off x="838200" y="1407795"/>
            <a:ext cx="10515600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Regulatory Exposure &amp; AI Risk Management</a:t>
            </a:r>
            <a:endParaRPr lang="en-CA" sz="2800">
              <a:latin typeface="Source Code Pro Light" panose="020B0309030403020204" pitchFamily="49" charset="0"/>
              <a:ea typeface="Source Code Pro Light" panose="020B03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42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119D-EF23-71DA-1282-D68EFCE8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54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ource Code Pro" panose="020B0309030403020204" pitchFamily="49" charset="0"/>
                <a:ea typeface="Source Code Pro" panose="020B0309030403020204" pitchFamily="49" charset="0"/>
              </a:rPr>
              <a:t>Appendix-2</a:t>
            </a:r>
            <a:endParaRPr lang="en-CA">
              <a:latin typeface="Source Code Pro" panose="020B0309030403020204" pitchFamily="49" charset="0"/>
              <a:ea typeface="Source Code Pro" panose="020B0309030403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31B70-D67E-1462-6AF5-88A84A5EA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Standardized CRM integrations reusable across lenders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Modular AI deployment (chat → voice → lifecycle triggers)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Reference-led expansion within non-bank segment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Transition pathway to bank clients post compliance validation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Scalable cloud-based infrastructure supporting multi-tenant deployment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b="1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latin typeface="Source Code Pro" panose="020B0309030403020204" pitchFamily="49" charset="0"/>
                <a:ea typeface="Source Code Pro" panose="020B0309030403020204" pitchFamily="49" charset="0"/>
              </a:rPr>
              <a:t>Implication: </a:t>
            </a:r>
            <a:r>
              <a:rPr lang="en-US" sz="1400">
                <a:latin typeface="Source Code Pro" panose="020B0309030403020204" pitchFamily="49" charset="0"/>
                <a:ea typeface="Source Code Pro" panose="020B0309030403020204" pitchFamily="49" charset="0"/>
              </a:rPr>
              <a:t>The pilot model is designed for repeatability, not one-off customization.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BCBAC-9080-31BE-1EA0-6EF15BE640A6}"/>
              </a:ext>
            </a:extLst>
          </p:cNvPr>
          <p:cNvSpPr txBox="1"/>
          <p:nvPr/>
        </p:nvSpPr>
        <p:spPr>
          <a:xfrm>
            <a:off x="11814413" y="6572495"/>
            <a:ext cx="377587" cy="28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Source Code Pro" panose="020B0309030403020204" pitchFamily="49" charset="0"/>
                <a:ea typeface="Source Code Pro" panose="020B0309030403020204" pitchFamily="49" charset="0"/>
              </a:rPr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81584-0552-5C08-9D61-3EA2C3ED1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" y="96950"/>
            <a:ext cx="473995" cy="473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E1718-4B4F-196E-AB31-A553779A3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1499" y="96950"/>
            <a:ext cx="492443" cy="49244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2B1C642-2DA3-FB48-3A43-0833D0BCC1B2}"/>
              </a:ext>
            </a:extLst>
          </p:cNvPr>
          <p:cNvSpPr txBox="1">
            <a:spLocks/>
          </p:cNvSpPr>
          <p:nvPr/>
        </p:nvSpPr>
        <p:spPr>
          <a:xfrm>
            <a:off x="838200" y="1407795"/>
            <a:ext cx="10515600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latin typeface="Source Code Pro Light" panose="020B0309030403020204" pitchFamily="49" charset="0"/>
                <a:ea typeface="Source Code Pro Light" panose="020B0309030403020204" pitchFamily="49" charset="0"/>
              </a:rPr>
              <a:t>Scalability Beyond the Initial Pilot</a:t>
            </a:r>
          </a:p>
        </p:txBody>
      </p:sp>
    </p:spTree>
    <p:extLst>
      <p:ext uri="{BB962C8B-B14F-4D97-AF65-F5344CB8AC3E}">
        <p14:creationId xmlns:p14="http://schemas.microsoft.com/office/powerpoint/2010/main" val="351068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1947</Words>
  <Application>Microsoft Office PowerPoint</Application>
  <PresentationFormat>Widescreen</PresentationFormat>
  <Paragraphs>521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Display</vt:lpstr>
      <vt:lpstr>Arial</vt:lpstr>
      <vt:lpstr>Georgia</vt:lpstr>
      <vt:lpstr>Montserrat</vt:lpstr>
      <vt:lpstr>Source Code Pro</vt:lpstr>
      <vt:lpstr>Source Code Pro ExtraBold</vt:lpstr>
      <vt:lpstr>Source Code Pro Light</vt:lpstr>
      <vt:lpstr>Source Code Pro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Appendix-1</vt:lpstr>
      <vt:lpstr>Appendix-2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Pulkit Bhandari</dc:creator>
  <cp:lastModifiedBy>Pulkit Bhandari</cp:lastModifiedBy>
  <cp:revision>1</cp:revision>
  <dcterms:created xsi:type="dcterms:W3CDTF">2026-02-10T15:32:41Z</dcterms:created>
  <dcterms:modified xsi:type="dcterms:W3CDTF">2026-02-18T05:01:26Z</dcterms:modified>
</cp:coreProperties>
</file>